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3" r:id="rId4"/>
    <p:sldId id="271" r:id="rId5"/>
    <p:sldId id="274" r:id="rId6"/>
    <p:sldId id="275" r:id="rId7"/>
    <p:sldId id="276" r:id="rId8"/>
    <p:sldId id="277" r:id="rId9"/>
    <p:sldId id="278" r:id="rId10"/>
    <p:sldId id="258" r:id="rId11"/>
    <p:sldId id="272" r:id="rId12"/>
    <p:sldId id="25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">
          <p15:clr>
            <a:srgbClr val="A4A3A4"/>
          </p15:clr>
        </p15:guide>
        <p15:guide id="2" pos="55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1163"/>
    <a:srgbClr val="3A1450"/>
    <a:srgbClr val="001363"/>
    <a:srgbClr val="351263"/>
    <a:srgbClr val="469816"/>
    <a:srgbClr val="DBA51C"/>
    <a:srgbClr val="DB520D"/>
    <a:srgbClr val="760053"/>
    <a:srgbClr val="B10020"/>
    <a:srgbClr val="C1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C6823-687A-411D-9136-19ED9FCD31C0}" v="946" dt="2026-07-30T22:16:40.196"/>
    <p1510:client id="{ADE747DC-B388-4220-9A87-0FA72BB5FDB1}" v="2" dt="2026-07-30T03:53:21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23"/>
        <p:guide pos="553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die Cruse" userId="b1379d39-a30a-4d81-97fb-97a2c804a02c" providerId="ADAL" clId="{55C7FE8E-A535-421D-B2F7-F60CAF768D7B}"/>
    <pc:docChg chg="custSel modSld">
      <pc:chgData name="Brodie Cruse" userId="b1379d39-a30a-4d81-97fb-97a2c804a02c" providerId="ADAL" clId="{55C7FE8E-A535-421D-B2F7-F60CAF768D7B}" dt="2026-07-30T20:11:49.064" v="130" actId="20577"/>
      <pc:docMkLst>
        <pc:docMk/>
      </pc:docMkLst>
      <pc:sldChg chg="modSp mod">
        <pc:chgData name="Brodie Cruse" userId="b1379d39-a30a-4d81-97fb-97a2c804a02c" providerId="ADAL" clId="{55C7FE8E-A535-421D-B2F7-F60CAF768D7B}" dt="2026-07-30T19:56:15.885" v="2" actId="1076"/>
        <pc:sldMkLst>
          <pc:docMk/>
          <pc:sldMk cId="865187120" sldId="271"/>
        </pc:sldMkLst>
        <pc:spChg chg="mod">
          <ac:chgData name="Brodie Cruse" userId="b1379d39-a30a-4d81-97fb-97a2c804a02c" providerId="ADAL" clId="{55C7FE8E-A535-421D-B2F7-F60CAF768D7B}" dt="2026-07-30T19:56:02.397" v="1" actId="1076"/>
          <ac:spMkLst>
            <pc:docMk/>
            <pc:sldMk cId="865187120" sldId="271"/>
            <ac:spMk id="5" creationId="{85738834-4F3D-A590-4FC6-A3DD3AD06C0F}"/>
          </ac:spMkLst>
        </pc:spChg>
        <pc:spChg chg="mod">
          <ac:chgData name="Brodie Cruse" userId="b1379d39-a30a-4d81-97fb-97a2c804a02c" providerId="ADAL" clId="{55C7FE8E-A535-421D-B2F7-F60CAF768D7B}" dt="2026-07-30T19:56:15.885" v="2" actId="1076"/>
          <ac:spMkLst>
            <pc:docMk/>
            <pc:sldMk cId="865187120" sldId="271"/>
            <ac:spMk id="6" creationId="{D3976F09-551A-CF98-E577-31B25FD7F84B}"/>
          </ac:spMkLst>
        </pc:spChg>
      </pc:sldChg>
      <pc:sldChg chg="delSp modSp mod">
        <pc:chgData name="Brodie Cruse" userId="b1379d39-a30a-4d81-97fb-97a2c804a02c" providerId="ADAL" clId="{55C7FE8E-A535-421D-B2F7-F60CAF768D7B}" dt="2026-07-30T20:01:07.535" v="103" actId="20577"/>
        <pc:sldMkLst>
          <pc:docMk/>
          <pc:sldMk cId="3780098730" sldId="273"/>
        </pc:sldMkLst>
        <pc:spChg chg="mod">
          <ac:chgData name="Brodie Cruse" userId="b1379d39-a30a-4d81-97fb-97a2c804a02c" providerId="ADAL" clId="{55C7FE8E-A535-421D-B2F7-F60CAF768D7B}" dt="2026-07-30T20:01:07.535" v="103" actId="20577"/>
          <ac:spMkLst>
            <pc:docMk/>
            <pc:sldMk cId="3780098730" sldId="273"/>
            <ac:spMk id="8" creationId="{4FFC241E-6B3C-8144-F095-692CBD575FBB}"/>
          </ac:spMkLst>
        </pc:spChg>
        <pc:picChg chg="del">
          <ac:chgData name="Brodie Cruse" userId="b1379d39-a30a-4d81-97fb-97a2c804a02c" providerId="ADAL" clId="{55C7FE8E-A535-421D-B2F7-F60CAF768D7B}" dt="2026-07-30T19:55:48.706" v="0" actId="478"/>
          <ac:picMkLst>
            <pc:docMk/>
            <pc:sldMk cId="3780098730" sldId="273"/>
            <ac:picMk id="7" creationId="{90D86507-66C8-F6BC-8461-5E97386FBB8E}"/>
          </ac:picMkLst>
        </pc:picChg>
      </pc:sldChg>
      <pc:sldChg chg="modSp mod">
        <pc:chgData name="Brodie Cruse" userId="b1379d39-a30a-4d81-97fb-97a2c804a02c" providerId="ADAL" clId="{55C7FE8E-A535-421D-B2F7-F60CAF768D7B}" dt="2026-07-30T20:11:16.396" v="105" actId="1035"/>
        <pc:sldMkLst>
          <pc:docMk/>
          <pc:sldMk cId="578680170" sldId="274"/>
        </pc:sldMkLst>
        <pc:spChg chg="mod">
          <ac:chgData name="Brodie Cruse" userId="b1379d39-a30a-4d81-97fb-97a2c804a02c" providerId="ADAL" clId="{55C7FE8E-A535-421D-B2F7-F60CAF768D7B}" dt="2026-07-30T20:11:16.396" v="105" actId="1035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Brodie Cruse" userId="b1379d39-a30a-4d81-97fb-97a2c804a02c" providerId="ADAL" clId="{55C7FE8E-A535-421D-B2F7-F60CAF768D7B}" dt="2026-07-30T20:11:49.064" v="130" actId="20577"/>
        <pc:sldMkLst>
          <pc:docMk/>
          <pc:sldMk cId="3365855906" sldId="275"/>
        </pc:sldMkLst>
        <pc:spChg chg="mod">
          <ac:chgData name="Brodie Cruse" userId="b1379d39-a30a-4d81-97fb-97a2c804a02c" providerId="ADAL" clId="{55C7FE8E-A535-421D-B2F7-F60CAF768D7B}" dt="2026-07-30T20:11:49.064" v="130" actId="20577"/>
          <ac:spMkLst>
            <pc:docMk/>
            <pc:sldMk cId="3365855906" sldId="275"/>
            <ac:spMk id="3" creationId="{7E6C6D7C-0C8C-CBF9-DEB6-393B5C159125}"/>
          </ac:spMkLst>
        </pc:spChg>
      </pc:sldChg>
    </pc:docChg>
  </pc:docChgLst>
  <pc:docChgLst>
    <pc:chgData name="Brodie Cruse" userId="b1379d39-a30a-4d81-97fb-97a2c804a02c" providerId="ADAL" clId="{4EA6C6AD-92F3-4EC3-A232-02B95C99FFBA}"/>
    <pc:docChg chg="undo redo custSel addSld modSld sldOrd addSection delSection">
      <pc:chgData name="Brodie Cruse" userId="b1379d39-a30a-4d81-97fb-97a2c804a02c" providerId="ADAL" clId="{4EA6C6AD-92F3-4EC3-A232-02B95C99FFBA}" dt="2026-07-29T22:00:05.779" v="539" actId="1076"/>
      <pc:docMkLst>
        <pc:docMk/>
      </pc:docMkLst>
      <pc:sldChg chg="addSp delSp modSp mod setBg chgLayout">
        <pc:chgData name="Brodie Cruse" userId="b1379d39-a30a-4d81-97fb-97a2c804a02c" providerId="ADAL" clId="{4EA6C6AD-92F3-4EC3-A232-02B95C99FFBA}" dt="2026-07-28T22:42:46.590" v="383" actId="20577"/>
        <pc:sldMkLst>
          <pc:docMk/>
          <pc:sldMk cId="1254738402" sldId="256"/>
        </pc:sldMkLst>
        <pc:spChg chg="add del mod ord">
          <ac:chgData name="Brodie Cruse" userId="b1379d39-a30a-4d81-97fb-97a2c804a02c" providerId="ADAL" clId="{4EA6C6AD-92F3-4EC3-A232-02B95C99FFBA}" dt="2026-07-28T22:42:16.674" v="359" actId="1076"/>
          <ac:spMkLst>
            <pc:docMk/>
            <pc:sldMk cId="1254738402" sldId="256"/>
            <ac:spMk id="6" creationId="{00000000-0000-0000-0000-000000000000}"/>
          </ac:spMkLst>
        </pc:spChg>
        <pc:spChg chg="mod ord">
          <ac:chgData name="Brodie Cruse" userId="b1379d39-a30a-4d81-97fb-97a2c804a02c" providerId="ADAL" clId="{4EA6C6AD-92F3-4EC3-A232-02B95C99FFBA}" dt="2026-07-28T22:42:46.590" v="383" actId="20577"/>
          <ac:spMkLst>
            <pc:docMk/>
            <pc:sldMk cId="1254738402" sldId="256"/>
            <ac:spMk id="7" creationId="{00000000-0000-0000-0000-000000000000}"/>
          </ac:spMkLst>
        </pc:spChg>
        <pc:spChg chg="mod ord">
          <ac:chgData name="Brodie Cruse" userId="b1379d39-a30a-4d81-97fb-97a2c804a02c" providerId="ADAL" clId="{4EA6C6AD-92F3-4EC3-A232-02B95C99FFBA}" dt="2026-07-28T22:42:24.683" v="368" actId="768"/>
          <ac:spMkLst>
            <pc:docMk/>
            <pc:sldMk cId="1254738402" sldId="256"/>
            <ac:spMk id="8" creationId="{00000000-0000-0000-0000-000000000000}"/>
          </ac:spMkLst>
        </pc:spChg>
      </pc:sldChg>
      <pc:sldChg chg="addSp delSp modSp mod setBg">
        <pc:chgData name="Brodie Cruse" userId="b1379d39-a30a-4d81-97fb-97a2c804a02c" providerId="ADAL" clId="{4EA6C6AD-92F3-4EC3-A232-02B95C99FFBA}" dt="2026-07-29T22:00:05.779" v="539" actId="1076"/>
        <pc:sldMkLst>
          <pc:docMk/>
          <pc:sldMk cId="4287699907" sldId="257"/>
        </pc:sldMkLst>
        <pc:spChg chg="del mod">
          <ac:chgData name="Brodie Cruse" userId="b1379d39-a30a-4d81-97fb-97a2c804a02c" providerId="ADAL" clId="{4EA6C6AD-92F3-4EC3-A232-02B95C99FFBA}" dt="2026-07-29T21:56:46.717" v="523" actId="478"/>
          <ac:spMkLst>
            <pc:docMk/>
            <pc:sldMk cId="4287699907" sldId="257"/>
            <ac:spMk id="2" creationId="{00000000-0000-0000-0000-000000000000}"/>
          </ac:spMkLst>
        </pc:spChg>
        <pc:spChg chg="mod">
          <ac:chgData name="Brodie Cruse" userId="b1379d39-a30a-4d81-97fb-97a2c804a02c" providerId="ADAL" clId="{4EA6C6AD-92F3-4EC3-A232-02B95C99FFBA}" dt="2026-07-29T02:10:44.613" v="483" actId="1076"/>
          <ac:spMkLst>
            <pc:docMk/>
            <pc:sldMk cId="4287699907" sldId="257"/>
            <ac:spMk id="3" creationId="{00000000-0000-0000-0000-000000000000}"/>
          </ac:spMkLst>
        </pc:spChg>
        <pc:picChg chg="add mod">
          <ac:chgData name="Brodie Cruse" userId="b1379d39-a30a-4d81-97fb-97a2c804a02c" providerId="ADAL" clId="{4EA6C6AD-92F3-4EC3-A232-02B95C99FFBA}" dt="2026-07-29T21:56:52.459" v="526" actId="14100"/>
          <ac:picMkLst>
            <pc:docMk/>
            <pc:sldMk cId="4287699907" sldId="257"/>
            <ac:picMk id="5" creationId="{BD9908AD-7523-1252-C4CE-F676050A0A2A}"/>
          </ac:picMkLst>
        </pc:picChg>
        <pc:picChg chg="add del mod">
          <ac:chgData name="Brodie Cruse" userId="b1379d39-a30a-4d81-97fb-97a2c804a02c" providerId="ADAL" clId="{4EA6C6AD-92F3-4EC3-A232-02B95C99FFBA}" dt="2026-07-29T21:57:58.668" v="532" actId="478"/>
          <ac:picMkLst>
            <pc:docMk/>
            <pc:sldMk cId="4287699907" sldId="257"/>
            <ac:picMk id="6" creationId="{68F94B26-2373-322B-7527-83F500ADBD72}"/>
          </ac:picMkLst>
        </pc:picChg>
        <pc:picChg chg="add mod modCrop">
          <ac:chgData name="Brodie Cruse" userId="b1379d39-a30a-4d81-97fb-97a2c804a02c" providerId="ADAL" clId="{4EA6C6AD-92F3-4EC3-A232-02B95C99FFBA}" dt="2026-07-29T22:00:05.779" v="539" actId="1076"/>
          <ac:picMkLst>
            <pc:docMk/>
            <pc:sldMk cId="4287699907" sldId="257"/>
            <ac:picMk id="7" creationId="{263D317A-3A89-CFAA-9961-5DFABA51BC59}"/>
          </ac:picMkLst>
        </pc:picChg>
      </pc:sldChg>
      <pc:sldChg chg="modSp mod ord setBg">
        <pc:chgData name="Brodie Cruse" userId="b1379d39-a30a-4d81-97fb-97a2c804a02c" providerId="ADAL" clId="{4EA6C6AD-92F3-4EC3-A232-02B95C99FFBA}" dt="2026-07-29T02:16:54.265" v="487"/>
        <pc:sldMkLst>
          <pc:docMk/>
          <pc:sldMk cId="617056607" sldId="258"/>
        </pc:sldMkLst>
        <pc:spChg chg="mod">
          <ac:chgData name="Brodie Cruse" userId="b1379d39-a30a-4d81-97fb-97a2c804a02c" providerId="ADAL" clId="{4EA6C6AD-92F3-4EC3-A232-02B95C99FFBA}" dt="2026-07-28T22:46:52.727" v="423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Brodie Cruse" userId="b1379d39-a30a-4d81-97fb-97a2c804a02c" providerId="ADAL" clId="{4EA6C6AD-92F3-4EC3-A232-02B95C99FFBA}" dt="2026-07-28T22:47:23.587" v="441" actId="20577"/>
        <pc:sldMkLst>
          <pc:docMk/>
          <pc:sldMk cId="2755979249" sldId="259"/>
        </pc:sldMkLst>
        <pc:spChg chg="mod">
          <ac:chgData name="Brodie Cruse" userId="b1379d39-a30a-4d81-97fb-97a2c804a02c" providerId="ADAL" clId="{4EA6C6AD-92F3-4EC3-A232-02B95C99FFBA}" dt="2026-07-28T22:47:23.587" v="441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modSp mod">
        <pc:chgData name="Brodie Cruse" userId="b1379d39-a30a-4d81-97fb-97a2c804a02c" providerId="ADAL" clId="{4EA6C6AD-92F3-4EC3-A232-02B95C99FFBA}" dt="2026-07-28T23:23:36.688" v="454"/>
        <pc:sldMkLst>
          <pc:docMk/>
          <pc:sldMk cId="801259172" sldId="260"/>
        </pc:sldMkLst>
        <pc:spChg chg="mod">
          <ac:chgData name="Brodie Cruse" userId="b1379d39-a30a-4d81-97fb-97a2c804a02c" providerId="ADAL" clId="{4EA6C6AD-92F3-4EC3-A232-02B95C99FFBA}" dt="2026-07-28T23:23:36.688" v="454"/>
          <ac:spMkLst>
            <pc:docMk/>
            <pc:sldMk cId="801259172" sldId="260"/>
            <ac:spMk id="3" creationId="{00000000-0000-0000-0000-000000000000}"/>
          </ac:spMkLst>
        </pc:spChg>
      </pc:sldChg>
      <pc:sldChg chg="addSp delSp modSp mod setBg">
        <pc:chgData name="Brodie Cruse" userId="b1379d39-a30a-4d81-97fb-97a2c804a02c" providerId="ADAL" clId="{4EA6C6AD-92F3-4EC3-A232-02B95C99FFBA}" dt="2026-07-28T22:42:23.062" v="366" actId="1076"/>
        <pc:sldMkLst>
          <pc:docMk/>
          <pc:sldMk cId="3929033527" sldId="265"/>
        </pc:sldMkLst>
        <pc:spChg chg="add mod">
          <ac:chgData name="Brodie Cruse" userId="b1379d39-a30a-4d81-97fb-97a2c804a02c" providerId="ADAL" clId="{4EA6C6AD-92F3-4EC3-A232-02B95C99FFBA}" dt="2026-07-28T22:42:23.062" v="366" actId="1076"/>
          <ac:spMkLst>
            <pc:docMk/>
            <pc:sldMk cId="3929033527" sldId="265"/>
            <ac:spMk id="4" creationId="{AF3BB6EA-78E0-59B2-74DF-924BBBFCEC48}"/>
          </ac:spMkLst>
        </pc:spChg>
      </pc:sldChg>
      <pc:sldChg chg="add">
        <pc:chgData name="Brodie Cruse" userId="b1379d39-a30a-4d81-97fb-97a2c804a02c" providerId="ADAL" clId="{4EA6C6AD-92F3-4EC3-A232-02B95C99FFBA}" dt="2026-07-28T23:23:18.308" v="447" actId="2890"/>
        <pc:sldMkLst>
          <pc:docMk/>
          <pc:sldMk cId="3544863295" sldId="266"/>
        </pc:sldMkLst>
      </pc:sldChg>
      <pc:sldChg chg="add">
        <pc:chgData name="Brodie Cruse" userId="b1379d39-a30a-4d81-97fb-97a2c804a02c" providerId="ADAL" clId="{4EA6C6AD-92F3-4EC3-A232-02B95C99FFBA}" dt="2026-07-28T23:23:19.667" v="448" actId="2890"/>
        <pc:sldMkLst>
          <pc:docMk/>
          <pc:sldMk cId="2237104956" sldId="267"/>
        </pc:sldMkLst>
      </pc:sldChg>
      <pc:sldChg chg="add">
        <pc:chgData name="Brodie Cruse" userId="b1379d39-a30a-4d81-97fb-97a2c804a02c" providerId="ADAL" clId="{4EA6C6AD-92F3-4EC3-A232-02B95C99FFBA}" dt="2026-07-28T23:23:21.272" v="449" actId="2890"/>
        <pc:sldMkLst>
          <pc:docMk/>
          <pc:sldMk cId="1693629916" sldId="268"/>
        </pc:sldMkLst>
      </pc:sldChg>
      <pc:sldChg chg="modSp add mod">
        <pc:chgData name="Brodie Cruse" userId="b1379d39-a30a-4d81-97fb-97a2c804a02c" providerId="ADAL" clId="{4EA6C6AD-92F3-4EC3-A232-02B95C99FFBA}" dt="2026-07-28T23:23:47.816" v="456" actId="14100"/>
        <pc:sldMkLst>
          <pc:docMk/>
          <pc:sldMk cId="3609243430" sldId="269"/>
        </pc:sldMkLst>
        <pc:spChg chg="mod">
          <ac:chgData name="Brodie Cruse" userId="b1379d39-a30a-4d81-97fb-97a2c804a02c" providerId="ADAL" clId="{4EA6C6AD-92F3-4EC3-A232-02B95C99FFBA}" dt="2026-07-28T23:23:47.816" v="456" actId="14100"/>
          <ac:spMkLst>
            <pc:docMk/>
            <pc:sldMk cId="3609243430" sldId="269"/>
            <ac:spMk id="3" creationId="{C92403E1-B185-8572-9B9F-9CCDBEF1DB68}"/>
          </ac:spMkLst>
        </pc:spChg>
      </pc:sldChg>
      <pc:sldChg chg="modSp add mod">
        <pc:chgData name="Brodie Cruse" userId="b1379d39-a30a-4d81-97fb-97a2c804a02c" providerId="ADAL" clId="{4EA6C6AD-92F3-4EC3-A232-02B95C99FFBA}" dt="2026-07-28T23:23:29.239" v="453" actId="14100"/>
        <pc:sldMkLst>
          <pc:docMk/>
          <pc:sldMk cId="3130483695" sldId="270"/>
        </pc:sldMkLst>
        <pc:spChg chg="mod">
          <ac:chgData name="Brodie Cruse" userId="b1379d39-a30a-4d81-97fb-97a2c804a02c" providerId="ADAL" clId="{4EA6C6AD-92F3-4EC3-A232-02B95C99FFBA}" dt="2026-07-28T23:23:29.239" v="453" actId="14100"/>
          <ac:spMkLst>
            <pc:docMk/>
            <pc:sldMk cId="3130483695" sldId="270"/>
            <ac:spMk id="3" creationId="{BB60C314-A831-339F-FBD3-A687529C245F}"/>
          </ac:spMkLst>
        </pc:spChg>
      </pc:sldChg>
      <pc:sldChg chg="modSp add mod ord">
        <pc:chgData name="Brodie Cruse" userId="b1379d39-a30a-4d81-97fb-97a2c804a02c" providerId="ADAL" clId="{4EA6C6AD-92F3-4EC3-A232-02B95C99FFBA}" dt="2026-07-29T02:15:02.474" v="485"/>
        <pc:sldMkLst>
          <pc:docMk/>
          <pc:sldMk cId="865187120" sldId="271"/>
        </pc:sldMkLst>
        <pc:spChg chg="mod">
          <ac:chgData name="Brodie Cruse" userId="b1379d39-a30a-4d81-97fb-97a2c804a02c" providerId="ADAL" clId="{4EA6C6AD-92F3-4EC3-A232-02B95C99FFBA}" dt="2026-07-29T02:10:36.013" v="482" actId="14100"/>
          <ac:spMkLst>
            <pc:docMk/>
            <pc:sldMk cId="865187120" sldId="271"/>
            <ac:spMk id="5" creationId="{85738834-4F3D-A590-4FC6-A3DD3AD06C0F}"/>
          </ac:spMkLst>
        </pc:spChg>
      </pc:sldChg>
      <pc:sldChg chg="modSp add mod">
        <pc:chgData name="Brodie Cruse" userId="b1379d39-a30a-4d81-97fb-97a2c804a02c" providerId="ADAL" clId="{4EA6C6AD-92F3-4EC3-A232-02B95C99FFBA}" dt="2026-07-29T02:20:23.090" v="508" actId="20577"/>
        <pc:sldMkLst>
          <pc:docMk/>
          <pc:sldMk cId="3672877498" sldId="272"/>
        </pc:sldMkLst>
        <pc:spChg chg="mod">
          <ac:chgData name="Brodie Cruse" userId="b1379d39-a30a-4d81-97fb-97a2c804a02c" providerId="ADAL" clId="{4EA6C6AD-92F3-4EC3-A232-02B95C99FFBA}" dt="2026-07-29T02:20:23.090" v="508" actId="20577"/>
          <ac:spMkLst>
            <pc:docMk/>
            <pc:sldMk cId="3672877498" sldId="272"/>
            <ac:spMk id="5" creationId="{500067F6-35C1-5176-C495-14BE77C5F745}"/>
          </ac:spMkLst>
        </pc:spChg>
        <pc:spChg chg="mod">
          <ac:chgData name="Brodie Cruse" userId="b1379d39-a30a-4d81-97fb-97a2c804a02c" providerId="ADAL" clId="{4EA6C6AD-92F3-4EC3-A232-02B95C99FFBA}" dt="2026-07-29T02:19:31.942" v="490" actId="1076"/>
          <ac:spMkLst>
            <pc:docMk/>
            <pc:sldMk cId="3672877498" sldId="272"/>
            <ac:spMk id="6" creationId="{DFB72D1B-3943-B604-1BFE-11D51B5D5F49}"/>
          </ac:spMkLst>
        </pc:spChg>
      </pc:sldChg>
    </pc:docChg>
  </pc:docChgLst>
  <pc:docChgLst>
    <pc:chgData name="Matthew McGill" userId="b6269137-6573-4e3c-acce-52235e626b36" providerId="ADAL" clId="{D437092B-DCA3-49FC-9AFF-89F806EC67D1}"/>
    <pc:docChg chg="modSld sldOrd">
      <pc:chgData name="Matthew McGill" userId="b6269137-6573-4e3c-acce-52235e626b36" providerId="ADAL" clId="{D437092B-DCA3-49FC-9AFF-89F806EC67D1}" dt="2026-07-30T03:54:34.884" v="222" actId="20577"/>
      <pc:docMkLst>
        <pc:docMk/>
      </pc:docMkLst>
      <pc:sldChg chg="modSp mod">
        <pc:chgData name="Matthew McGill" userId="b6269137-6573-4e3c-acce-52235e626b36" providerId="ADAL" clId="{D437092B-DCA3-49FC-9AFF-89F806EC67D1}" dt="2026-07-30T03:53:56.963" v="182" actId="20577"/>
        <pc:sldMkLst>
          <pc:docMk/>
          <pc:sldMk cId="617056607" sldId="258"/>
        </pc:sldMkLst>
        <pc:spChg chg="mod">
          <ac:chgData name="Matthew McGill" userId="b6269137-6573-4e3c-acce-52235e626b36" providerId="ADAL" clId="{D437092B-DCA3-49FC-9AFF-89F806EC67D1}" dt="2026-07-30T03:53:56.963" v="182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Matthew McGill" userId="b6269137-6573-4e3c-acce-52235e626b36" providerId="ADAL" clId="{D437092B-DCA3-49FC-9AFF-89F806EC67D1}" dt="2026-07-30T03:54:34.884" v="222" actId="20577"/>
        <pc:sldMkLst>
          <pc:docMk/>
          <pc:sldMk cId="2755979249" sldId="259"/>
        </pc:sldMkLst>
        <pc:spChg chg="mod">
          <ac:chgData name="Matthew McGill" userId="b6269137-6573-4e3c-acce-52235e626b36" providerId="ADAL" clId="{D437092B-DCA3-49FC-9AFF-89F806EC67D1}" dt="2026-07-30T03:54:34.884" v="222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ord">
        <pc:chgData name="Matthew McGill" userId="b6269137-6573-4e3c-acce-52235e626b36" providerId="ADAL" clId="{D437092B-DCA3-49FC-9AFF-89F806EC67D1}" dt="2026-07-30T03:50:48.834" v="35"/>
        <pc:sldMkLst>
          <pc:docMk/>
          <pc:sldMk cId="865187120" sldId="271"/>
        </pc:sldMkLst>
      </pc:sldChg>
      <pc:sldChg chg="modSp mod">
        <pc:chgData name="Matthew McGill" userId="b6269137-6573-4e3c-acce-52235e626b36" providerId="ADAL" clId="{D437092B-DCA3-49FC-9AFF-89F806EC67D1}" dt="2026-07-30T03:54:17.814" v="202" actId="20577"/>
        <pc:sldMkLst>
          <pc:docMk/>
          <pc:sldMk cId="3672877498" sldId="272"/>
        </pc:sldMkLst>
        <pc:spChg chg="mod">
          <ac:chgData name="Matthew McGill" userId="b6269137-6573-4e3c-acce-52235e626b36" providerId="ADAL" clId="{D437092B-DCA3-49FC-9AFF-89F806EC67D1}" dt="2026-07-30T03:54:17.814" v="202" actId="20577"/>
          <ac:spMkLst>
            <pc:docMk/>
            <pc:sldMk cId="3672877498" sldId="272"/>
            <ac:spMk id="5" creationId="{500067F6-35C1-5176-C495-14BE77C5F745}"/>
          </ac:spMkLst>
        </pc:spChg>
      </pc:sldChg>
      <pc:sldChg chg="modSp mod">
        <pc:chgData name="Matthew McGill" userId="b6269137-6573-4e3c-acce-52235e626b36" providerId="ADAL" clId="{D437092B-DCA3-49FC-9AFF-89F806EC67D1}" dt="2026-07-30T03:50:37.314" v="33" actId="20577"/>
        <pc:sldMkLst>
          <pc:docMk/>
          <pc:sldMk cId="3780098730" sldId="273"/>
        </pc:sldMkLst>
        <pc:spChg chg="mod">
          <ac:chgData name="Matthew McGill" userId="b6269137-6573-4e3c-acce-52235e626b36" providerId="ADAL" clId="{D437092B-DCA3-49FC-9AFF-89F806EC67D1}" dt="2026-07-30T03:50:37.314" v="33" actId="20577"/>
          <ac:spMkLst>
            <pc:docMk/>
            <pc:sldMk cId="3780098730" sldId="273"/>
            <ac:spMk id="3" creationId="{BF166C41-DF03-C1FD-4196-A3629D67BDA3}"/>
          </ac:spMkLst>
        </pc:spChg>
      </pc:sldChg>
      <pc:sldChg chg="modSp mod">
        <pc:chgData name="Matthew McGill" userId="b6269137-6573-4e3c-acce-52235e626b36" providerId="ADAL" clId="{D437092B-DCA3-49FC-9AFF-89F806EC67D1}" dt="2026-07-30T03:51:38.111" v="67" actId="20577"/>
        <pc:sldMkLst>
          <pc:docMk/>
          <pc:sldMk cId="578680170" sldId="274"/>
        </pc:sldMkLst>
        <pc:spChg chg="mod">
          <ac:chgData name="Matthew McGill" userId="b6269137-6573-4e3c-acce-52235e626b36" providerId="ADAL" clId="{D437092B-DCA3-49FC-9AFF-89F806EC67D1}" dt="2026-07-30T03:51:38.111" v="67" actId="20577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Matthew McGill" userId="b6269137-6573-4e3c-acce-52235e626b36" providerId="ADAL" clId="{D437092B-DCA3-49FC-9AFF-89F806EC67D1}" dt="2026-07-30T03:51:59.327" v="81" actId="20577"/>
        <pc:sldMkLst>
          <pc:docMk/>
          <pc:sldMk cId="3365855906" sldId="275"/>
        </pc:sldMkLst>
        <pc:spChg chg="mod">
          <ac:chgData name="Matthew McGill" userId="b6269137-6573-4e3c-acce-52235e626b36" providerId="ADAL" clId="{D437092B-DCA3-49FC-9AFF-89F806EC67D1}" dt="2026-07-30T03:51:59.327" v="81" actId="20577"/>
          <ac:spMkLst>
            <pc:docMk/>
            <pc:sldMk cId="3365855906" sldId="275"/>
            <ac:spMk id="3" creationId="{7E6C6D7C-0C8C-CBF9-DEB6-393B5C159125}"/>
          </ac:spMkLst>
        </pc:spChg>
      </pc:sldChg>
      <pc:sldChg chg="modSp mod">
        <pc:chgData name="Matthew McGill" userId="b6269137-6573-4e3c-acce-52235e626b36" providerId="ADAL" clId="{D437092B-DCA3-49FC-9AFF-89F806EC67D1}" dt="2026-07-30T03:52:36.278" v="99" actId="20577"/>
        <pc:sldMkLst>
          <pc:docMk/>
          <pc:sldMk cId="4119382516" sldId="276"/>
        </pc:sldMkLst>
        <pc:spChg chg="mod">
          <ac:chgData name="Matthew McGill" userId="b6269137-6573-4e3c-acce-52235e626b36" providerId="ADAL" clId="{D437092B-DCA3-49FC-9AFF-89F806EC67D1}" dt="2026-07-30T03:52:36.278" v="99" actId="20577"/>
          <ac:spMkLst>
            <pc:docMk/>
            <pc:sldMk cId="4119382516" sldId="276"/>
            <ac:spMk id="3" creationId="{D0426A38-F39B-17DD-E545-6C9F8F039BCD}"/>
          </ac:spMkLst>
        </pc:spChg>
      </pc:sldChg>
      <pc:sldChg chg="modSp mod">
        <pc:chgData name="Matthew McGill" userId="b6269137-6573-4e3c-acce-52235e626b36" providerId="ADAL" clId="{D437092B-DCA3-49FC-9AFF-89F806EC67D1}" dt="2026-07-30T03:52:56.692" v="134" actId="20577"/>
        <pc:sldMkLst>
          <pc:docMk/>
          <pc:sldMk cId="2219360331" sldId="277"/>
        </pc:sldMkLst>
        <pc:spChg chg="mod">
          <ac:chgData name="Matthew McGill" userId="b6269137-6573-4e3c-acce-52235e626b36" providerId="ADAL" clId="{D437092B-DCA3-49FC-9AFF-89F806EC67D1}" dt="2026-07-30T03:52:56.692" v="134" actId="20577"/>
          <ac:spMkLst>
            <pc:docMk/>
            <pc:sldMk cId="2219360331" sldId="277"/>
            <ac:spMk id="3" creationId="{042A5365-EB3A-0FBE-9880-203E08725564}"/>
          </ac:spMkLst>
        </pc:spChg>
      </pc:sldChg>
      <pc:sldChg chg="modSp mod">
        <pc:chgData name="Matthew McGill" userId="b6269137-6573-4e3c-acce-52235e626b36" providerId="ADAL" clId="{D437092B-DCA3-49FC-9AFF-89F806EC67D1}" dt="2026-07-30T03:53:38.882" v="158" actId="20577"/>
        <pc:sldMkLst>
          <pc:docMk/>
          <pc:sldMk cId="4115491787" sldId="278"/>
        </pc:sldMkLst>
        <pc:spChg chg="mod">
          <ac:chgData name="Matthew McGill" userId="b6269137-6573-4e3c-acce-52235e626b36" providerId="ADAL" clId="{D437092B-DCA3-49FC-9AFF-89F806EC67D1}" dt="2026-07-30T03:53:38.882" v="158" actId="20577"/>
          <ac:spMkLst>
            <pc:docMk/>
            <pc:sldMk cId="4115491787" sldId="278"/>
            <ac:spMk id="3" creationId="{DA60E96E-18BE-ACB4-DDCE-F892FD7ED7AB}"/>
          </ac:spMkLst>
        </pc:spChg>
      </pc:sldChg>
    </pc:docChg>
  </pc:docChgLst>
  <pc:docChgLst>
    <pc:chgData name="Brodie Cruse" userId="b1379d39-a30a-4d81-97fb-97a2c804a02c" providerId="ADAL" clId="{FCB22A8B-7F84-4A7B-B7ED-7833A55E95FF}"/>
    <pc:docChg chg="custSel addSld delSld modSld">
      <pc:chgData name="Brodie Cruse" userId="b1379d39-a30a-4d81-97fb-97a2c804a02c" providerId="ADAL" clId="{FCB22A8B-7F84-4A7B-B7ED-7833A55E95FF}" dt="2026-07-30T22:16:40.196" v="152" actId="20577"/>
      <pc:docMkLst>
        <pc:docMk/>
      </pc:docMkLst>
      <pc:sldChg chg="addSp modSp">
        <pc:chgData name="Brodie Cruse" userId="b1379d39-a30a-4d81-97fb-97a2c804a02c" providerId="ADAL" clId="{FCB22A8B-7F84-4A7B-B7ED-7833A55E95FF}" dt="2026-07-29T22:24:04.507" v="3" actId="767"/>
        <pc:sldMkLst>
          <pc:docMk/>
          <pc:sldMk cId="4287699907" sldId="257"/>
        </pc:sldMkLst>
        <pc:spChg chg="add mod">
          <ac:chgData name="Brodie Cruse" userId="b1379d39-a30a-4d81-97fb-97a2c804a02c" providerId="ADAL" clId="{FCB22A8B-7F84-4A7B-B7ED-7833A55E95FF}" dt="2026-07-29T22:09:54.540" v="0" actId="767"/>
          <ac:spMkLst>
            <pc:docMk/>
            <pc:sldMk cId="4287699907" sldId="257"/>
            <ac:spMk id="8" creationId="{260401E3-352E-F726-2BFA-7AA76B80B7E6}"/>
          </ac:spMkLst>
        </pc:spChg>
        <pc:spChg chg="add mod">
          <ac:chgData name="Brodie Cruse" userId="b1379d39-a30a-4d81-97fb-97a2c804a02c" providerId="ADAL" clId="{FCB22A8B-7F84-4A7B-B7ED-7833A55E95FF}" dt="2026-07-29T22:24:04.507" v="3" actId="767"/>
          <ac:spMkLst>
            <pc:docMk/>
            <pc:sldMk cId="4287699907" sldId="257"/>
            <ac:spMk id="9" creationId="{3A84274D-3036-5781-839D-80DB36EA1781}"/>
          </ac:spMkLst>
        </pc:spChg>
      </pc:sldChg>
      <pc:sldChg chg="addSp modSp">
        <pc:chgData name="Brodie Cruse" userId="b1379d39-a30a-4d81-97fb-97a2c804a02c" providerId="ADAL" clId="{FCB22A8B-7F84-4A7B-B7ED-7833A55E95FF}" dt="2026-07-29T22:20:47.510" v="2"/>
        <pc:sldMkLst>
          <pc:docMk/>
          <pc:sldMk cId="2755979249" sldId="259"/>
        </pc:sldMkLst>
        <pc:picChg chg="add mod">
          <ac:chgData name="Brodie Cruse" userId="b1379d39-a30a-4d81-97fb-97a2c804a02c" providerId="ADAL" clId="{FCB22A8B-7F84-4A7B-B7ED-7833A55E95FF}" dt="2026-07-29T22:20:47.510" v="2"/>
          <ac:picMkLst>
            <pc:docMk/>
            <pc:sldMk cId="2755979249" sldId="259"/>
            <ac:picMk id="10" creationId="{6F635EDB-DF23-C63D-7919-E98B45ADCA70}"/>
          </ac:picMkLst>
        </pc:picChg>
      </pc:sldChg>
      <pc:sldChg chg="add setBg">
        <pc:chgData name="Brodie Cruse" userId="b1379d39-a30a-4d81-97fb-97a2c804a02c" providerId="ADAL" clId="{FCB22A8B-7F84-4A7B-B7ED-7833A55E95FF}" dt="2026-07-29T22:28:29.344" v="4"/>
        <pc:sldMkLst>
          <pc:docMk/>
          <pc:sldMk cId="482660081" sldId="273"/>
        </pc:sldMkLst>
      </pc:sldChg>
      <pc:sldChg chg="modSp add mod setBg">
        <pc:chgData name="Brodie Cruse" userId="b1379d39-a30a-4d81-97fb-97a2c804a02c" providerId="ADAL" clId="{FCB22A8B-7F84-4A7B-B7ED-7833A55E95FF}" dt="2026-07-30T22:16:40.196" v="152" actId="20577"/>
        <pc:sldMkLst>
          <pc:docMk/>
          <pc:sldMk cId="3780098730" sldId="273"/>
        </pc:sldMkLst>
        <pc:spChg chg="mod">
          <ac:chgData name="Brodie Cruse" userId="b1379d39-a30a-4d81-97fb-97a2c804a02c" providerId="ADAL" clId="{FCB22A8B-7F84-4A7B-B7ED-7833A55E95FF}" dt="2026-07-30T22:14:45.095" v="56" actId="20577"/>
          <ac:spMkLst>
            <pc:docMk/>
            <pc:sldMk cId="3780098730" sldId="273"/>
            <ac:spMk id="3" creationId="{BF166C41-DF03-C1FD-4196-A3629D67BDA3}"/>
          </ac:spMkLst>
        </pc:spChg>
        <pc:spChg chg="mod">
          <ac:chgData name="Brodie Cruse" userId="b1379d39-a30a-4d81-97fb-97a2c804a02c" providerId="ADAL" clId="{FCB22A8B-7F84-4A7B-B7ED-7833A55E95FF}" dt="2026-07-30T22:16:40.196" v="152" actId="20577"/>
          <ac:spMkLst>
            <pc:docMk/>
            <pc:sldMk cId="3780098730" sldId="273"/>
            <ac:spMk id="8" creationId="{4FFC241E-6B3C-8144-F095-692CBD575FBB}"/>
          </ac:spMkLst>
        </pc:spChg>
      </pc:sldChg>
      <pc:sldChg chg="add setBg">
        <pc:chgData name="Brodie Cruse" userId="b1379d39-a30a-4d81-97fb-97a2c804a02c" providerId="ADAL" clId="{FCB22A8B-7F84-4A7B-B7ED-7833A55E95FF}" dt="2026-07-29T22:31:54.877" v="17"/>
        <pc:sldMkLst>
          <pc:docMk/>
          <pc:sldMk cId="578680170" sldId="274"/>
        </pc:sldMkLst>
      </pc:sldChg>
      <pc:sldChg chg="add setBg">
        <pc:chgData name="Brodie Cruse" userId="b1379d39-a30a-4d81-97fb-97a2c804a02c" providerId="ADAL" clId="{FCB22A8B-7F84-4A7B-B7ED-7833A55E95FF}" dt="2026-07-29T22:28:29.782" v="5"/>
        <pc:sldMkLst>
          <pc:docMk/>
          <pc:sldMk cId="3443504796" sldId="274"/>
        </pc:sldMkLst>
      </pc:sldChg>
      <pc:sldChg chg="add del setBg">
        <pc:chgData name="Brodie Cruse" userId="b1379d39-a30a-4d81-97fb-97a2c804a02c" providerId="ADAL" clId="{FCB22A8B-7F84-4A7B-B7ED-7833A55E95FF}" dt="2026-07-29T22:29:48.350" v="15"/>
        <pc:sldMkLst>
          <pc:docMk/>
          <pc:sldMk cId="230397313" sldId="275"/>
        </pc:sldMkLst>
      </pc:sldChg>
      <pc:sldChg chg="add setBg">
        <pc:chgData name="Brodie Cruse" userId="b1379d39-a30a-4d81-97fb-97a2c804a02c" providerId="ADAL" clId="{FCB22A8B-7F84-4A7B-B7ED-7833A55E95FF}" dt="2026-07-29T22:31:54.995" v="18"/>
        <pc:sldMkLst>
          <pc:docMk/>
          <pc:sldMk cId="3365855906" sldId="275"/>
        </pc:sldMkLst>
      </pc:sldChg>
      <pc:sldChg chg="add del setBg">
        <pc:chgData name="Brodie Cruse" userId="b1379d39-a30a-4d81-97fb-97a2c804a02c" providerId="ADAL" clId="{FCB22A8B-7F84-4A7B-B7ED-7833A55E95FF}" dt="2026-07-29T22:29:47.935" v="14"/>
        <pc:sldMkLst>
          <pc:docMk/>
          <pc:sldMk cId="1702490605" sldId="276"/>
        </pc:sldMkLst>
      </pc:sldChg>
      <pc:sldChg chg="add setBg">
        <pc:chgData name="Brodie Cruse" userId="b1379d39-a30a-4d81-97fb-97a2c804a02c" providerId="ADAL" clId="{FCB22A8B-7F84-4A7B-B7ED-7833A55E95FF}" dt="2026-07-29T22:31:55.138" v="19"/>
        <pc:sldMkLst>
          <pc:docMk/>
          <pc:sldMk cId="4119382516" sldId="276"/>
        </pc:sldMkLst>
      </pc:sldChg>
      <pc:sldChg chg="add setBg">
        <pc:chgData name="Brodie Cruse" userId="b1379d39-a30a-4d81-97fb-97a2c804a02c" providerId="ADAL" clId="{FCB22A8B-7F84-4A7B-B7ED-7833A55E95FF}" dt="2026-07-29T22:31:55.287" v="20"/>
        <pc:sldMkLst>
          <pc:docMk/>
          <pc:sldMk cId="2219360331" sldId="277"/>
        </pc:sldMkLst>
      </pc:sldChg>
      <pc:sldChg chg="delSp add del setBg">
        <pc:chgData name="Brodie Cruse" userId="b1379d39-a30a-4d81-97fb-97a2c804a02c" providerId="ADAL" clId="{FCB22A8B-7F84-4A7B-B7ED-7833A55E95FF}" dt="2026-07-29T22:29:47.743" v="13"/>
        <pc:sldMkLst>
          <pc:docMk/>
          <pc:sldMk cId="2852573100" sldId="277"/>
        </pc:sldMkLst>
        <pc:spChg chg="del">
          <ac:chgData name="Brodie Cruse" userId="b1379d39-a30a-4d81-97fb-97a2c804a02c" providerId="ADAL" clId="{FCB22A8B-7F84-4A7B-B7ED-7833A55E95FF}" dt="2026-07-29T22:28:57.277" v="11"/>
          <ac:spMkLst>
            <pc:docMk/>
            <pc:sldMk cId="2852573100" sldId="277"/>
            <ac:spMk id="8" creationId="{39A91E82-8C11-7619-BA03-2704EF523C31}"/>
          </ac:spMkLst>
        </pc:spChg>
      </pc:sldChg>
      <pc:sldChg chg="delSp add del setBg">
        <pc:chgData name="Brodie Cruse" userId="b1379d39-a30a-4d81-97fb-97a2c804a02c" providerId="ADAL" clId="{FCB22A8B-7F84-4A7B-B7ED-7833A55E95FF}" dt="2026-07-29T22:29:47.460" v="12"/>
        <pc:sldMkLst>
          <pc:docMk/>
          <pc:sldMk cId="1467514387" sldId="278"/>
        </pc:sldMkLst>
        <pc:spChg chg="del">
          <ac:chgData name="Brodie Cruse" userId="b1379d39-a30a-4d81-97fb-97a2c804a02c" providerId="ADAL" clId="{FCB22A8B-7F84-4A7B-B7ED-7833A55E95FF}" dt="2026-07-29T22:28:38.028" v="10"/>
          <ac:spMkLst>
            <pc:docMk/>
            <pc:sldMk cId="1467514387" sldId="278"/>
            <ac:spMk id="8" creationId="{2C8F409C-31D0-3A26-8461-416E575F2AB9}"/>
          </ac:spMkLst>
        </pc:spChg>
      </pc:sldChg>
      <pc:sldChg chg="add setBg">
        <pc:chgData name="Brodie Cruse" userId="b1379d39-a30a-4d81-97fb-97a2c804a02c" providerId="ADAL" clId="{FCB22A8B-7F84-4A7B-B7ED-7833A55E95FF}" dt="2026-07-29T22:31:55.416" v="21"/>
        <pc:sldMkLst>
          <pc:docMk/>
          <pc:sldMk cId="4115491787" sldId="278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2174E-94A8-894B-B55B-E3D1B123F7B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BF85-1479-E349-9262-1B6F0600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55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C2B82-52D7-564A-9414-F61912D3DAD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70D6-42E6-3B4C-BC2C-154007EEC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49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yourselves and the project name - no technical content yet.</a:t>
            </a:r>
          </a:p>
          <a:p>
            <a:r>
              <a:t>One sentence on what the next 8 minutes will cover.</a:t>
            </a:r>
          </a:p>
          <a:p>
            <a:r>
              <a:t>Keep energy up - this sets the tone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bullets - use the image to anchor the explanation.</a:t>
            </a:r>
          </a:p>
          <a:p>
            <a:r>
              <a:t>Explain plainly what a reaction wheel does: it spins internally to torque the spacecraft without using fuel.</a:t>
            </a:r>
          </a:p>
          <a:p>
            <a:r>
              <a:t>Even a well-balanced wheel isn't perfectly balanced - residual microvibrations leak straight through into the structure.</a:t>
            </a:r>
          </a:p>
          <a:p>
            <a:r>
              <a:t>Use the De Munter number as the hook: a wheel exciting a 30 Hz structural mode caused 3 arcsec RMS pointing error - significant against a high-resolution imaging budget.</a:t>
            </a:r>
          </a:p>
          <a:p>
            <a:r>
              <a:t>Land on: this is a measurement problem before it's a mitigation problem - you can't fix what you haven't characterised.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objective as a single sentence - don't over-elaborate.</a:t>
            </a:r>
          </a:p>
          <a:p>
            <a:r>
              <a:t>Let the $10k -&gt; $500 comparison land as the "so what" - commercial-grade capability at a fraction of the cost.</a:t>
            </a:r>
          </a:p>
          <a:p>
            <a:r>
              <a:t>Quick pivot line into the state-of-the-art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Kistler tables measure force/torque well but don't give imbalance directly and cost $10k+.</a:t>
            </a:r>
          </a:p>
          <a:p>
            <a:r>
              <a:t>Commercial balancing machines measure imbalance but not force/torque disturbance spectra.</a:t>
            </a:r>
          </a:p>
          <a:p>
            <a:r>
              <a:t>Published models (e.g. Masterson) need per-wheel characterisation - no substitute for direct measurement.</a:t>
            </a:r>
          </a:p>
          <a:p>
            <a:r>
              <a:t>Land clearly on the gap: nothing currently measures force, imbalance, and torque together in one integrated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as: before designing hardware, we needed numbers to design against.</a:t>
            </a:r>
          </a:p>
          <a:p>
            <a:r>
              <a:t>Use Rocket Lab's flight qualification spec as a concrete, industry-grounded target - not an arbitrary number.</a:t>
            </a:r>
          </a:p>
          <a:p>
            <a:r>
              <a:t>Close with a clean handoff: "that's the target - Matthew will take you through how we're hitting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what "six-component" means physically: three forces + three torques fully characterise a wheel's disturbance signature.</a:t>
            </a:r>
          </a:p>
          <a:p>
            <a:r>
              <a:t>Briefly mention the ring plate was the first concept explored - bearings on a rotating ring.</a:t>
            </a:r>
          </a:p>
          <a:p>
            <a:r>
              <a:t>Rejected due to preload sensitivity and mechanical complexity - sets up why the stinger concept was chosen instead.</a:t>
            </a:r>
          </a:p>
          <a:p>
            <a:r>
              <a:t>Keep this brief - it's a bridge into Matthew's decoupling problem slide, not a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physically why cross-talk matters: if radial load bleeds into the axial channel, imbalance measurements get corrupted.</a:t>
            </a:r>
          </a:p>
          <a:p>
            <a:r>
              <a:t>State the stinger principle in plain language - stiff in the direction you're measuring, floppy in the others.</a:t>
            </a:r>
          </a:p>
          <a:p>
            <a:r>
              <a:t>Keep it brief, this is context for the concept comparison slide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Ball bearing plate needed preload to stay seated - an extra failure mode and extra complexity.</a:t>
            </a:r>
          </a:p>
          <a:p>
            <a:r>
              <a:t>Stinger needs no pretensioning, gives a clean single load path, and only six components to manufacture and align.</a:t>
            </a:r>
          </a:p>
          <a:p>
            <a:r>
              <a:t>Let the CAD image do the work - don't over-narrate the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plainly: four checks per stinger, all four passed for the selected geometry (d = 2 mm, L = 50 mm, steel).</a:t>
            </a:r>
          </a:p>
          <a:p>
            <a:r>
              <a:t>Natural frequency &gt; 500 Hz keeps the stinger's own resonance out of the measurement band (one-third rule: fn &gt; 3x max measurement frequency).</a:t>
            </a:r>
          </a:p>
          <a:p>
            <a:r>
              <a:t>Stiffness ratio &gt; 3000 keeps axial and radial channels decoupled - cross-axis error under 0.03%.</a:t>
            </a:r>
          </a:p>
          <a:p>
            <a:r>
              <a:t>Buckling and yield margins are comfortable at this diameter - steel is well within capability.</a:t>
            </a:r>
          </a:p>
          <a:p>
            <a:r>
              <a:t>Don't derive the equations live - just say "we check four things to make sure the stingers work" and walk through the results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17-body assembly modal analysis in ANSYS - RWA represented as a 1.0 kg point mass at the rotor centre-of-mass height.</a:t>
            </a:r>
          </a:p>
          <a:p>
            <a:r>
              <a:t>First six modes: two lateral translation (334 Hz, 397 Hz), torsion (696 Hz), axial bounce (893 Hz), two rocking modes (966 Hz, 999 Hz).</a:t>
            </a:r>
          </a:p>
          <a:p>
            <a:r>
              <a:t>Be upfront: Modes 1 and 2 sit below the 500 Hz target - that's support compliance in the radial stingers, not a fundamental flaw.</a:t>
            </a:r>
          </a:p>
          <a:p>
            <a:r>
              <a:t>Fix already identified: stiffen the radial stinger supports (increased wall thickness), planned as the first Semester 2 design iteration.</a:t>
            </a:r>
          </a:p>
          <a:p>
            <a:r>
              <a:t>"Mode 1 is below target due to support compliance - we've identified the fix for Semester 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Axial channel needs high-precision static/low-frequency load measurement - S-beam strain gauges suit that role.</a:t>
            </a:r>
          </a:p>
          <a:p>
            <a:r>
              <a:t>Radial channel carries the higher-frequency microvibration content - ICP piezoelectric (PCB 208C01) is built for that bandwidth.</a:t>
            </a:r>
          </a:p>
          <a:p>
            <a:r>
              <a:t>One line: each sensor type is matched to the physics of what it measures, not a single one-size-fits-all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five-step path: sensor procurement -&gt; static FEA -&gt; detailed design -&gt; fabrication -&gt; validation.</a:t>
            </a:r>
          </a:p>
          <a:p>
            <a:r>
              <a:t>Say the key dates out loud briefly - don't just point at the Gantt and move on.</a:t>
            </a:r>
          </a:p>
          <a:p>
            <a:r>
              <a:t>End confidently: "by October we will have a working proof of concept".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pening Slide">
    <p:bg>
      <p:bgPr>
        <a:solidFill>
          <a:srgbClr val="351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EABD60-8329-45BD-BDB2-7D1A471799A2}"/>
              </a:ext>
            </a:extLst>
          </p:cNvPr>
          <p:cNvSpPr/>
          <p:nvPr userDrawn="1"/>
        </p:nvSpPr>
        <p:spPr>
          <a:xfrm>
            <a:off x="1728061" y="5711125"/>
            <a:ext cx="2092271" cy="7198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>
          <a:xfrm>
            <a:off x="682629" y="1441450"/>
            <a:ext cx="8027984" cy="836561"/>
          </a:xfrm>
          <a:prstGeom prst="rect">
            <a:avLst/>
          </a:prstGeom>
        </p:spPr>
        <p:txBody>
          <a:bodyPr vert="horz"/>
          <a:lstStyle>
            <a:lvl1pPr algn="l">
              <a:defRPr sz="4000" b="1" i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AU"/>
              <a:t>Headline (Verdana Bold)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82629" y="2285328"/>
            <a:ext cx="8027987" cy="105660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Subheading (Verdana Regular)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5355813" y="354013"/>
            <a:ext cx="3423062" cy="441802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058361" y="173194"/>
            <a:ext cx="184666" cy="646331"/>
          </a:xfrm>
          <a:prstGeom prst="rect">
            <a:avLst/>
          </a:prstGeom>
        </p:spPr>
        <p:txBody>
          <a:bodyPr vert="horz" wrap="none" rtlCol="0">
            <a:spAutoFit/>
          </a:bodyPr>
          <a:lstStyle/>
          <a:p>
            <a:endParaRPr lang="en-US" sz="3600"/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68266D8-D51F-471D-B4F4-9C4EE2F04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885" y="5243467"/>
            <a:ext cx="3352801" cy="11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79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77865" y="1777050"/>
            <a:ext cx="8027985" cy="717593"/>
          </a:xfrm>
          <a:prstGeom prst="rect">
            <a:avLst/>
          </a:prstGeom>
        </p:spPr>
        <p:txBody>
          <a:bodyPr vert="horz"/>
          <a:lstStyle>
            <a:lvl1pPr algn="l">
              <a:defRPr sz="44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>
                <a:solidFill>
                  <a:srgbClr val="009AC7"/>
                </a:solidFill>
              </a:rPr>
              <a:t>Headline (Verdana Bold)</a:t>
            </a:r>
            <a:endParaRPr lang="en-US" sz="3600">
              <a:solidFill>
                <a:srgbClr val="009AC7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7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4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70250" y="2958265"/>
            <a:ext cx="3096000" cy="38997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70250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26252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70842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70842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6442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8287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3887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4215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8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End Slide">
    <p:bg>
      <p:bgPr>
        <a:solidFill>
          <a:srgbClr val="3A11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FC1956-593F-4776-8C20-40975AC5E439}"/>
              </a:ext>
            </a:extLst>
          </p:cNvPr>
          <p:cNvSpPr/>
          <p:nvPr userDrawn="1"/>
        </p:nvSpPr>
        <p:spPr>
          <a:xfrm>
            <a:off x="6881247" y="674176"/>
            <a:ext cx="2100021" cy="72282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3" y="2281237"/>
            <a:ext cx="8027987" cy="3179763"/>
          </a:xfrm>
          <a:prstGeom prst="rect">
            <a:avLst/>
          </a:prstGeom>
        </p:spPr>
        <p:txBody>
          <a:bodyPr vert="horz" anchor="b"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Thank you</a:t>
            </a:r>
          </a:p>
        </p:txBody>
      </p:sp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58B70B96-0DB5-45E7-AD5D-0DE4FBDE5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3557" y="181222"/>
            <a:ext cx="3432729" cy="12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62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9919969" y="1758348"/>
            <a:ext cx="914400" cy="914400"/>
          </a:xfrm>
          <a:prstGeom prst="rect">
            <a:avLst/>
          </a:prstGeom>
        </p:spPr>
        <p:txBody>
          <a:bodyPr wrap="none" rtlCol="0" anchor="t">
            <a:normAutofit/>
          </a:bodyPr>
          <a:lstStyle/>
          <a:p>
            <a:endParaRPr lang="en-US" err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60400" y="6383338"/>
            <a:ext cx="642730" cy="4746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727825" y="63833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ACD291B-33E4-4A8B-B949-7CA1F33D9D6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0" y="303266"/>
            <a:ext cx="4289425" cy="653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B04FB-DD96-47F2-9333-053A3ACBC885}"/>
              </a:ext>
            </a:extLst>
          </p:cNvPr>
          <p:cNvSpPr txBox="1"/>
          <p:nvPr userDrawn="1"/>
        </p:nvSpPr>
        <p:spPr>
          <a:xfrm>
            <a:off x="713666" y="407977"/>
            <a:ext cx="3858334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 Hon Final Year </a:t>
            </a:r>
          </a:p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Research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04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5" r:id="rId7"/>
    <p:sldLayoutId id="2147483658" r:id="rId8"/>
    <p:sldLayoutId id="2147483659" r:id="rId9"/>
    <p:sldLayoutId id="2147483660" r:id="rId10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Saturday, August 1, 2026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2629" y="795815"/>
            <a:ext cx="8027984" cy="2591073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Development of a Microvibration and Torque Measurement Device for Reaction Wheel Assemblies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2630" y="3956870"/>
            <a:ext cx="7075916" cy="947639"/>
          </a:xfrm>
        </p:spPr>
        <p:txBody>
          <a:bodyPr wrap="square"/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Presenters: Brodie Cruse &amp; Matthew McGill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Supervisor: Dr Guglielmo Aglietti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Department of Mechanical Engineering, University of Auckland</a:t>
            </a:r>
          </a:p>
        </p:txBody>
      </p:sp>
    </p:spTree>
    <p:extLst>
      <p:ext uri="{BB962C8B-B14F-4D97-AF65-F5344CB8AC3E}">
        <p14:creationId xmlns:p14="http://schemas.microsoft.com/office/powerpoint/2010/main" val="125473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401E3-352E-F726-2BFA-7AA76B80B7E6}"/>
              </a:ext>
            </a:extLst>
          </p:cNvPr>
          <p:cNvSpPr txBox="1"/>
          <p:nvPr/>
        </p:nvSpPr>
        <p:spPr>
          <a:xfrm>
            <a:off x="660400" y="1738247"/>
            <a:ext cx="5394960" cy="347787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spcAft>
                <a:spcPts val="1200"/>
              </a:spcAft>
              <a:buFont typeface="Arial" panose="020B0604020202020204" pitchFamily="34" charset="0"/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RWAs are the primary attitude control actuator on satellites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During operation they generate microvibrations that degrade payload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Accurate characterisation of forces, torque, and imbalance is critical for mission success</a:t>
            </a:r>
          </a:p>
          <a:p>
            <a:pPr>
              <a:spcBef>
                <a:spcPts val="1000"/>
              </a:spcBef>
              <a:defRPr sz="1400" i="1">
                <a:solidFill>
                  <a:srgbClr val="4472C4"/>
                </a:solidFill>
                <a:latin typeface="Calibri"/>
              </a:defRPr>
            </a:pPr>
            <a:r>
              <a:t>De Munter et al. (2020): a 30 Hz structural mode excited by a reaction wheel caused 3 arcsec RMS pointing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8643" y="1013313"/>
            <a:ext cx="2359742" cy="2183951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satellite / RWA in orbit</a:t>
            </a:r>
          </a:p>
        </p:txBody>
      </p:sp>
    </p:spTree>
    <p:extLst>
      <p:ext uri="{BB962C8B-B14F-4D97-AF65-F5344CB8AC3E}">
        <p14:creationId xmlns:p14="http://schemas.microsoft.com/office/powerpoint/2010/main" val="428769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3252-E2EC-8DF4-1C8F-F6AC2BE4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166C41-DF03-C1FD-4196-A3629D67B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Project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55A85-5E41-E0AC-06CA-9F37E59D4F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C241E-6B3C-8144-F095-692CBD575FBB}"/>
              </a:ext>
            </a:extLst>
          </p:cNvPr>
          <p:cNvSpPr txBox="1"/>
          <p:nvPr/>
        </p:nvSpPr>
        <p:spPr>
          <a:xfrm>
            <a:off x="658368" y="1828800"/>
            <a:ext cx="7863840" cy="77724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2000" b="1">
                <a:solidFill>
                  <a:srgbClr val="333333"/>
                </a:solidFill>
                <a:latin typeface="Calibri"/>
              </a:defRPr>
            </a:pPr>
            <a:r>
              <a:t>Design and build a unified measurement device for RWA microvibrations, imbalance, and torque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43200"/>
            <a:ext cx="370332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Kistler dynamometer table (commercial)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0872" y="2743200"/>
            <a:ext cx="370332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our CAD - stinger measurement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7735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D7D31"/>
                </a:solidFill>
                <a:latin typeface="Calibri"/>
              </a:defRPr>
            </a:pPr>
            <a:r>
              <a:t>~$10,000+  →  ~$500 equivalent</a:t>
            </a:r>
          </a:p>
        </p:txBody>
      </p:sp>
    </p:spTree>
    <p:extLst>
      <p:ext uri="{BB962C8B-B14F-4D97-AF65-F5344CB8AC3E}">
        <p14:creationId xmlns:p14="http://schemas.microsoft.com/office/powerpoint/2010/main" val="3780098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41232-C4C4-405E-A8EF-5E1AB7DB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738834-4F3D-A590-4FC6-A3DD3AD0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4307"/>
            <a:ext cx="4916689" cy="606821"/>
          </a:xfrm>
        </p:spPr>
        <p:txBody>
          <a:bodyPr/>
          <a:lstStyle/>
          <a:p>
            <a:r>
              <a:rPr lang="en-US"/>
              <a:t>State of the 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5EA76-6FA8-C82D-B1FE-148348C7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782726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901184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it's insufficient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Kistler dynamometer tables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Measure force/torque well, but no direct imbalance output; $10k+</a:t>
                      </a:r>
                    </a:p>
                  </a:txBody>
                  <a:tcPr anchor="ctr" marL="73152" marR="73152" marT="36576" marB="36576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Commercial balancing machines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Measure imbalance, but not force/torque disturbance spectra</a:t>
                      </a:r>
                    </a:p>
                  </a:txBody>
                  <a:tcPr anchor="ctr" marL="73152" marR="73152" marT="36576" marB="36576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Published models (e.g. Masterson)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Need per-wheel characterisation - no substitute for direct measurement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663440"/>
            <a:ext cx="7827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7D31"/>
                </a:solidFill>
                <a:latin typeface="Calibri"/>
              </a:defRPr>
            </a:pPr>
            <a:r>
              <a:t>Gap: no single device measures force, imbalance, and torque together in one integrated device</a:t>
            </a:r>
          </a:p>
        </p:txBody>
      </p:sp>
    </p:spTree>
    <p:extLst>
      <p:ext uri="{BB962C8B-B14F-4D97-AF65-F5344CB8AC3E}">
        <p14:creationId xmlns:p14="http://schemas.microsoft.com/office/powerpoint/2010/main" val="86518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6266-7783-B783-75D7-C579BFD1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648842-0DCA-487C-C270-FD6D77C8B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Measurement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4E0C-2693-5578-AFCB-D5D3467DE8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7589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57200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Calibri"/>
                        </a:rPr>
                        <a:t>Microvibrations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Force spectra across operating speed range</a:t>
                      </a:r>
                    </a:p>
                  </a:txBody>
                  <a:tcPr anchor="ctr" marL="73152" marR="73152" marT="36576" marB="36576"/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Calibri"/>
                        </a:rPr>
                        <a:t>Static imbalance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26 g·mm (Rocket Lab flight spec)</a:t>
                      </a:r>
                    </a:p>
                  </a:txBody>
                  <a:tcPr anchor="ctr" marL="73152" marR="73152" marT="36576" marB="36576"/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Calibri"/>
                        </a:rPr>
                        <a:t>Dynamic imbalance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&lt; 800 g·mm² (Rocket Lab flight spec)</a:t>
                      </a:r>
                    </a:p>
                  </a:txBody>
                  <a:tcPr anchor="ctr" marL="73152" marR="73152" marT="36576" marB="36576"/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Calibri"/>
                        </a:rPr>
                        <a:t>Torque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Calibri"/>
                        </a:rPr>
                        <a:t>Spin-up / operational torque profile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68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1B1-B74B-3DD4-65AC-82B46D89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6C6D7C-0C8C-CBF9-DEB6-393B5C15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200"/>
              <a:t>Concept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6389E-7665-4421-952B-008030DE24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50AD0-ED24-F549-7AE6-AB90497A9FF2}"/>
              </a:ext>
            </a:extLst>
          </p:cNvPr>
          <p:cNvSpPr txBox="1"/>
          <p:nvPr/>
        </p:nvSpPr>
        <p:spPr>
          <a:xfrm>
            <a:off x="658368" y="4160520"/>
            <a:ext cx="7827264" cy="201168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spcAft>
                <a:spcPts val="800"/>
              </a:spcAft>
              <a:buFont typeface="Arial" panose="020B0604020202020204" pitchFamily="34" charset="0"/>
              <a:defRPr sz="1500">
                <a:solidFill>
                  <a:srgbClr val="333333"/>
                </a:solidFill>
                <a:latin typeface="Calibri"/>
              </a:defRPr>
              <a:buChar char="•"/>
            </a:pPr>
            <a:r>
              <a:t>Six-component measurement: 3 forces (Fx, Fy, Fz) + 3 torques (Tx, Ty, Tz) fully characterise a wheel's disturbance signature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  <a:buChar char="•"/>
            </a:pPr>
            <a:r>
              <a:t>First concept explored: a floating ring plate with bearings on a rotating ring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  <a:buChar char="•"/>
            </a:pPr>
            <a:r>
              <a:t>Rejected — preload sensitivity and mechanical complexity led to the stinger 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703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six-component force/torque diagram (Fx, Fy, Fz, Tx, Ty, Tz)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0872" y="1783080"/>
            <a:ext cx="3703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ring plate concept sketch</a:t>
            </a:r>
          </a:p>
        </p:txBody>
      </p:sp>
    </p:spTree>
    <p:extLst>
      <p:ext uri="{BB962C8B-B14F-4D97-AF65-F5344CB8AC3E}">
        <p14:creationId xmlns:p14="http://schemas.microsoft.com/office/powerpoint/2010/main" val="336585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CE1D-E36A-2A95-E6FE-104BD45A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426A38-F39B-17DD-E545-6C9F8F03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Decoupling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B74A5-91A6-FFCC-9395-ECDB6A1668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6178C6-D07F-55CA-11AA-0412FBA15841}"/>
              </a:ext>
            </a:extLst>
          </p:cNvPr>
          <p:cNvSpPr txBox="1"/>
          <p:nvPr/>
        </p:nvSpPr>
        <p:spPr>
          <a:xfrm>
            <a:off x="658368" y="4160520"/>
            <a:ext cx="7827264" cy="201168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spcAft>
                <a:spcPts val="1000"/>
              </a:spcAft>
              <a:buFont typeface="Arial" panose="020B0604020202020204" pitchFamily="34" charset="0"/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Radial and axial measurement must not interfere with each other</a:t>
            </a:r>
          </a:p>
          <a:p>
            <a:pPr>
              <a:defRPr sz="1700" b="1">
                <a:solidFill>
                  <a:srgbClr val="4472C4"/>
                </a:solidFill>
                <a:latin typeface="Calibri"/>
              </a:defRPr>
            </a:pPr>
            <a:r>
              <a:t>Stinger solves this — stiff in one direction, compliant in the other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783080"/>
            <a:ext cx="420624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axial vs radial force direction diagram</a:t>
            </a:r>
          </a:p>
        </p:txBody>
      </p:sp>
    </p:spTree>
    <p:extLst>
      <p:ext uri="{BB962C8B-B14F-4D97-AF65-F5344CB8AC3E}">
        <p14:creationId xmlns:p14="http://schemas.microsoft.com/office/powerpoint/2010/main" val="411938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11FA-C42E-810B-335F-0FD65EDB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2A5365-EB3A-0FBE-9880-203E0872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200"/>
              <a:t>Ball Bearing vs. Stinger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9412B-7E29-2346-37C9-836505C30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84F58-289D-5A84-BB81-0D8748280807}"/>
              </a:ext>
            </a:extLst>
          </p:cNvPr>
          <p:cNvSpPr txBox="1"/>
          <p:nvPr/>
        </p:nvSpPr>
        <p:spPr>
          <a:xfrm>
            <a:off x="658368" y="4160520"/>
            <a:ext cx="7827264" cy="21031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spcAft>
                <a:spcPts val="1000"/>
              </a:spcAft>
              <a:buFont typeface="Arial" panose="020B0604020202020204" pitchFamily="34" charset="0"/>
              <a:defRPr sz="1500">
                <a:solidFill>
                  <a:srgbClr val="333333"/>
                </a:solidFill>
                <a:latin typeface="Calibri"/>
              </a:defRPr>
              <a:buChar char="•"/>
            </a:pPr>
            <a:r>
              <a:t>Ball bearing plate: needs preload to stay seated — extra failure mode, extra complexity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  <a:buChar char="•"/>
            </a:pPr>
            <a:r>
              <a:t>Stinger: no pretensioning, clean single load path, only six components to manufacture and align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703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ball bearing plate sketch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0872" y="1783080"/>
            <a:ext cx="37033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stinger platform CAD</a:t>
            </a:r>
          </a:p>
        </p:txBody>
      </p:sp>
    </p:spTree>
    <p:extLst>
      <p:ext uri="{BB962C8B-B14F-4D97-AF65-F5344CB8AC3E}">
        <p14:creationId xmlns:p14="http://schemas.microsoft.com/office/powerpoint/2010/main" val="221936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0451-01A2-F8DA-D2E1-AF9D9056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60E96E-18BE-ACB4-DDCE-F892FD7E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Stinger Design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3A72D-45F5-1BFC-7787-894F6A835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265176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stinger diagram (d, L labelled)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737360"/>
            <a:ext cx="2011680" cy="9144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fn &gt; 500 Hz</a:t>
            </a:r>
          </a:p>
          <a:p>
            <a:pPr algn="ctr">
              <a:defRPr sz="1000">
                <a:solidFill>
                  <a:srgbClr val="595959"/>
                </a:solidFill>
                <a:latin typeface="Calibri"/>
              </a:defRPr>
            </a:pPr>
            <a:r>
              <a:t>(one-third rule)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737360"/>
            <a:ext cx="2011680" cy="9144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kax/klat &gt; 3000</a:t>
            </a:r>
          </a:p>
          <a:p>
            <a:pPr algn="ctr">
              <a:defRPr sz="1000">
                <a:solidFill>
                  <a:srgbClr val="595959"/>
                </a:solidFill>
                <a:latin typeface="Calibri"/>
              </a:defRPr>
            </a:pPr>
            <a:r>
              <a:t>(cross-axis decoupling)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743200"/>
            <a:ext cx="2011680" cy="9144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SFbuckle &gt; 5</a:t>
            </a:r>
          </a:p>
          <a:p>
            <a:pPr algn="ctr">
              <a:defRPr sz="1000">
                <a:solidFill>
                  <a:srgbClr val="595959"/>
                </a:solidFill>
                <a:latin typeface="Calibri"/>
              </a:defRPr>
            </a:pPr>
            <a:r>
              <a:t>(buckling margin)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743200"/>
            <a:ext cx="2011680" cy="9144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SFyield &gt; 3</a:t>
            </a:r>
          </a:p>
          <a:p>
            <a:pPr algn="ctr">
              <a:defRPr sz="1000">
                <a:solidFill>
                  <a:srgbClr val="595959"/>
                </a:solidFill>
                <a:latin typeface="Calibri"/>
              </a:defRPr>
            </a:pPr>
            <a:r>
              <a:t>(yield margin)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3977639"/>
          <a:ext cx="7827264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2039112"/>
                <a:gridCol w="2039112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Axial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Radial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fn [Hz]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&gt; 500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892.1 ✓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515.0 ✓</a:t>
                      </a:r>
                    </a:p>
                  </a:txBody>
                  <a:tcPr anchor="ctr" marL="73152" marR="73152" marT="36576" marB="36576"/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kax/klat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&gt; 3000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3333 ✓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3333 ✓</a:t>
                      </a:r>
                    </a:p>
                  </a:txBody>
                  <a:tcPr anchor="ctr" marL="73152" marR="73152" marT="36576" marB="36576"/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SFbuckle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&gt; 5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100.9 ✓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241.7 ✓</a:t>
                      </a:r>
                    </a:p>
                  </a:txBody>
                  <a:tcPr anchor="ctr" marL="73152" marR="73152" marT="36576" marB="36576"/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SFyield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&gt; 3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6.4 ✓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4671.6 ✓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1737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95959"/>
                </a:solidFill>
                <a:latin typeface="Calibri"/>
              </a:defRPr>
            </a:pPr>
            <a:r>
              <a:t>Four checks per stinger, selected geometry: d = 2 mm, L = 50 mm, steel</a:t>
            </a:r>
          </a:p>
        </p:txBody>
      </p:sp>
    </p:spTree>
    <p:extLst>
      <p:ext uri="{BB962C8B-B14F-4D97-AF65-F5344CB8AC3E}">
        <p14:creationId xmlns:p14="http://schemas.microsoft.com/office/powerpoint/2010/main" val="411549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0" y="1783080"/>
            <a:ext cx="47091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8679" y="1012552"/>
            <a:ext cx="4675172" cy="715513"/>
          </a:xfrm>
        </p:spPr>
        <p:txBody>
          <a:bodyPr/>
          <a:lstStyle/>
          <a:p>
            <a:r>
              <a:rPr lang="en-US" sz="2800"/>
              <a:t>FEA Modal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2875" y="1245262"/>
            <a:ext cx="3096000" cy="5138076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FEA Mode 1 screenshot (plate_mass, ANSYS)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4663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468880"/>
                <a:gridCol w="164592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Freq [Hz]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Lateral translation – X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334.5</a:t>
                      </a:r>
                    </a:p>
                  </a:txBody>
                  <a:tcPr anchor="ctr" marL="73152" marR="73152" marT="36576" marB="36576"/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Lateral translation – Y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396.8</a:t>
                      </a:r>
                    </a:p>
                  </a:txBody>
                  <a:tcPr anchor="ctr" marL="73152" marR="73152" marT="36576" marB="36576"/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Torsion about Z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696.4</a:t>
                      </a:r>
                    </a:p>
                  </a:txBody>
                  <a:tcPr anchor="ctr" marL="73152" marR="73152" marT="36576" marB="36576"/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Axial bounce – Z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892.7</a:t>
                      </a:r>
                    </a:p>
                  </a:txBody>
                  <a:tcPr anchor="ctr" marL="73152" marR="73152" marT="36576" marB="36576"/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Rocking about X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965.7</a:t>
                      </a:r>
                    </a:p>
                  </a:txBody>
                  <a:tcPr anchor="ctr" marL="73152" marR="73152" marT="36576" marB="36576"/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Rocking about Y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998.8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709160"/>
            <a:ext cx="4709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ED7D31"/>
                </a:solidFill>
                <a:latin typeface="Calibri"/>
              </a:defRPr>
            </a:pPr>
            <a:r>
              <a:t>Modes 1 &amp; 2 sit below the 500 Hz target due to radial-stinger support compliance — fix identified for Semester 2: stiffen radial stinger supports</a:t>
            </a:r>
          </a:p>
        </p:txBody>
      </p:sp>
    </p:spTree>
    <p:extLst>
      <p:ext uri="{BB962C8B-B14F-4D97-AF65-F5344CB8AC3E}">
        <p14:creationId xmlns:p14="http://schemas.microsoft.com/office/powerpoint/2010/main" val="61705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0B243-17A5-EB62-F904-04E3EAE3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B72D1B-3943-B604-1BFE-11D51B5D5F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7866" y="2011680"/>
            <a:ext cx="4937760" cy="35661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0067F6-35C1-5176-C495-14BE77C5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5" y="1045241"/>
            <a:ext cx="4916689" cy="1438467"/>
          </a:xfrm>
        </p:spPr>
        <p:txBody>
          <a:bodyPr/>
          <a:lstStyle/>
          <a:p>
            <a:pPr lvl="0"/>
            <a:r>
              <a:rPr lang="en-US" sz="2800"/>
              <a:t>Sensor Selection</a:t>
            </a:r>
            <a:endParaRPr lang="en-NZ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FF06-7669-70E9-A27C-C14085D5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2875" y="1245262"/>
            <a:ext cx="3096000" cy="5138076"/>
          </a:xfrm>
          <a:prstGeom prst="rect">
            <a:avLst/>
          </a:prstGeom>
          <a:solidFill>
            <a:srgbClr val="F2F2F2"/>
          </a:solidFill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595959"/>
                </a:solidFill>
                <a:latin typeface="Calibri"/>
              </a:defRPr>
            </a:pPr>
            <a:r>
              <a:t>Image placeholder:</a:t>
            </a:r>
            <a:br/>
            <a:r>
              <a:t>sensor photos (S-beam load cell / PCB 208C01 ICP)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" y="2011680"/>
          <a:ext cx="49377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219456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R="73152" marT="36576" marB="36576">
                    <a:solidFill>
                      <a:srgbClr val="4472C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3× S-beam strain gauge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Axial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High-precision static/low-frequency load</a:t>
                      </a:r>
                    </a:p>
                  </a:txBody>
                  <a:tcPr anchor="ctr" marL="73152" marR="73152" marT="36576" marB="36576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3× PCB 208C01 ICP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Radial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High-frequency microvibration bandwidth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" y="3794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4472C4"/>
                </a:solidFill>
                <a:latin typeface="Calibri"/>
              </a:defRPr>
            </a:pPr>
            <a:r>
              <a:t>Hybrid approach — each sensor type matched to its measurement role</a:t>
            </a:r>
          </a:p>
        </p:txBody>
      </p:sp>
    </p:spTree>
    <p:extLst>
      <p:ext uri="{BB962C8B-B14F-4D97-AF65-F5344CB8AC3E}">
        <p14:creationId xmlns:p14="http://schemas.microsoft.com/office/powerpoint/2010/main" val="367287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58368" y="1014984"/>
            <a:ext cx="7863840" cy="722376"/>
          </a:xfrm>
        </p:spPr>
        <p:txBody>
          <a:bodyPr/>
          <a:lstStyle/>
          <a:p>
            <a:r>
              <a:rPr lang="en-US" sz="2800"/>
              <a:t>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143000" y="233172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3464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Sensor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procurement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29967" y="334670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6916" y="233172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2284" y="283464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Static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FEA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43884" y="334670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233172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83464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Detailed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57800" y="334670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84748" y="233172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0116" y="283464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Fabrication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71716" y="334670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98664" y="233172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4032" y="283464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Experimental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80560"/>
            <a:ext cx="7827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595959"/>
                </a:solidFill>
                <a:latin typeface="Calibri"/>
              </a:defRPr>
            </a:pPr>
            <a:r>
              <a:t>Semester 2 (August – October 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2920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D7D31"/>
                </a:solidFill>
                <a:latin typeface="Calibri"/>
              </a:defRPr>
            </a:pPr>
            <a:r>
              <a:t>Target: working proof of concept by October 2026</a:t>
            </a:r>
          </a:p>
        </p:txBody>
      </p:sp>
    </p:spTree>
    <p:extLst>
      <p:ext uri="{BB962C8B-B14F-4D97-AF65-F5344CB8AC3E}">
        <p14:creationId xmlns:p14="http://schemas.microsoft.com/office/powerpoint/2010/main" val="27559792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/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345</Words>
  <Application>Microsoft Office PowerPoint</Application>
  <PresentationFormat>On-screen Show (4:3)</PresentationFormat>
  <Paragraphs>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Verdana</vt:lpstr>
      <vt:lpstr>Custom Design</vt:lpstr>
      <vt:lpstr>Development of a Microvibration and Torque Measurement Device for Reaction Wheel Assemblies</vt:lpstr>
      <vt:lpstr>Problem Statement</vt:lpstr>
      <vt:lpstr>Objective &amp; Current Solutions</vt:lpstr>
      <vt:lpstr>State of the Art</vt:lpstr>
      <vt:lpstr>Measurement Requirements</vt:lpstr>
      <vt:lpstr>First Concept: Ring Plate</vt:lpstr>
      <vt:lpstr>Decoupling Problem</vt:lpstr>
      <vt:lpstr>Bearing Plate and Stinger Concept</vt:lpstr>
      <vt:lpstr>Stinger Design Analysis</vt:lpstr>
      <vt:lpstr>FEA Model Analysis</vt:lpstr>
      <vt:lpstr>Sensor Selection</vt:lpstr>
      <vt:lpstr>Next Steps</vt:lpstr>
      <vt:lpstr>Concept evaluation </vt:lpstr>
      <vt:lpstr>Selected concept: stinger-based platform</vt:lpstr>
      <vt:lpstr>How measurement is derived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Sonia Tenreiro</dc:creator>
  <cp:lastModifiedBy>Matthew McGill</cp:lastModifiedBy>
  <cp:revision>1</cp:revision>
  <dcterms:created xsi:type="dcterms:W3CDTF">2015-05-10T23:22:16Z</dcterms:created>
  <dcterms:modified xsi:type="dcterms:W3CDTF">2026-07-30T22:17:48Z</dcterms:modified>
</cp:coreProperties>
</file>