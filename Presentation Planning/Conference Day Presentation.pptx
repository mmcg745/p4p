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3" r:id="rId4"/>
    <p:sldId id="271" r:id="rId5"/>
    <p:sldId id="274" r:id="rId6"/>
    <p:sldId id="275" r:id="rId7"/>
    <p:sldId id="276" r:id="rId8"/>
    <p:sldId id="277" r:id="rId9"/>
    <p:sldId id="278" r:id="rId10"/>
    <p:sldId id="258" r:id="rId11"/>
    <p:sldId id="272" r:id="rId12"/>
    <p:sldId id="259" r:id="rId13"/>
    <p:sldId id="260" r:id="rId14"/>
    <p:sldId id="270" r:id="rId15"/>
    <p:sldId id="269" r:id="rId16"/>
    <p:sldId id="268" r:id="rId17"/>
    <p:sldId id="267" r:id="rId18"/>
    <p:sldId id="266" r:id="rId19"/>
    <p:sldId id="261" r:id="rId20"/>
    <p:sldId id="262" r:id="rId21"/>
    <p:sldId id="263" r:id="rId22"/>
    <p:sldId id="264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">
          <p15:clr>
            <a:srgbClr val="A4A3A4"/>
          </p15:clr>
        </p15:guide>
        <p15:guide id="2" pos="55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1163"/>
    <a:srgbClr val="3A1450"/>
    <a:srgbClr val="001363"/>
    <a:srgbClr val="351263"/>
    <a:srgbClr val="469816"/>
    <a:srgbClr val="DBA51C"/>
    <a:srgbClr val="DB520D"/>
    <a:srgbClr val="760053"/>
    <a:srgbClr val="B10020"/>
    <a:srgbClr val="C10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C6823-687A-411D-9136-19ED9FCD31C0}" v="946" dt="2026-07-30T22:16:40.196"/>
    <p1510:client id="{ADE747DC-B388-4220-9A87-0FA72BB5FDB1}" v="2" dt="2026-07-30T03:53:21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23"/>
        <p:guide pos="553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die Cruse" userId="b1379d39-a30a-4d81-97fb-97a2c804a02c" providerId="ADAL" clId="{55C7FE8E-A535-421D-B2F7-F60CAF768D7B}"/>
    <pc:docChg chg="custSel modSld">
      <pc:chgData name="Brodie Cruse" userId="b1379d39-a30a-4d81-97fb-97a2c804a02c" providerId="ADAL" clId="{55C7FE8E-A535-421D-B2F7-F60CAF768D7B}" dt="2026-07-30T20:11:49.064" v="130" actId="20577"/>
      <pc:docMkLst>
        <pc:docMk/>
      </pc:docMkLst>
      <pc:sldChg chg="modSp mod">
        <pc:chgData name="Brodie Cruse" userId="b1379d39-a30a-4d81-97fb-97a2c804a02c" providerId="ADAL" clId="{55C7FE8E-A535-421D-B2F7-F60CAF768D7B}" dt="2026-07-30T19:56:15.885" v="2" actId="1076"/>
        <pc:sldMkLst>
          <pc:docMk/>
          <pc:sldMk cId="865187120" sldId="271"/>
        </pc:sldMkLst>
        <pc:spChg chg="mod">
          <ac:chgData name="Brodie Cruse" userId="b1379d39-a30a-4d81-97fb-97a2c804a02c" providerId="ADAL" clId="{55C7FE8E-A535-421D-B2F7-F60CAF768D7B}" dt="2026-07-30T19:56:02.397" v="1" actId="1076"/>
          <ac:spMkLst>
            <pc:docMk/>
            <pc:sldMk cId="865187120" sldId="271"/>
            <ac:spMk id="5" creationId="{85738834-4F3D-A590-4FC6-A3DD3AD06C0F}"/>
          </ac:spMkLst>
        </pc:spChg>
        <pc:spChg chg="mod">
          <ac:chgData name="Brodie Cruse" userId="b1379d39-a30a-4d81-97fb-97a2c804a02c" providerId="ADAL" clId="{55C7FE8E-A535-421D-B2F7-F60CAF768D7B}" dt="2026-07-30T19:56:15.885" v="2" actId="1076"/>
          <ac:spMkLst>
            <pc:docMk/>
            <pc:sldMk cId="865187120" sldId="271"/>
            <ac:spMk id="6" creationId="{D3976F09-551A-CF98-E577-31B25FD7F84B}"/>
          </ac:spMkLst>
        </pc:spChg>
      </pc:sldChg>
      <pc:sldChg chg="delSp modSp mod">
        <pc:chgData name="Brodie Cruse" userId="b1379d39-a30a-4d81-97fb-97a2c804a02c" providerId="ADAL" clId="{55C7FE8E-A535-421D-B2F7-F60CAF768D7B}" dt="2026-07-30T20:01:07.535" v="103" actId="20577"/>
        <pc:sldMkLst>
          <pc:docMk/>
          <pc:sldMk cId="3780098730" sldId="273"/>
        </pc:sldMkLst>
        <pc:spChg chg="mod">
          <ac:chgData name="Brodie Cruse" userId="b1379d39-a30a-4d81-97fb-97a2c804a02c" providerId="ADAL" clId="{55C7FE8E-A535-421D-B2F7-F60CAF768D7B}" dt="2026-07-30T20:01:07.535" v="103" actId="20577"/>
          <ac:spMkLst>
            <pc:docMk/>
            <pc:sldMk cId="3780098730" sldId="273"/>
            <ac:spMk id="8" creationId="{4FFC241E-6B3C-8144-F095-692CBD575FBB}"/>
          </ac:spMkLst>
        </pc:spChg>
        <pc:picChg chg="del">
          <ac:chgData name="Brodie Cruse" userId="b1379d39-a30a-4d81-97fb-97a2c804a02c" providerId="ADAL" clId="{55C7FE8E-A535-421D-B2F7-F60CAF768D7B}" dt="2026-07-30T19:55:48.706" v="0" actId="478"/>
          <ac:picMkLst>
            <pc:docMk/>
            <pc:sldMk cId="3780098730" sldId="273"/>
            <ac:picMk id="7" creationId="{90D86507-66C8-F6BC-8461-5E97386FBB8E}"/>
          </ac:picMkLst>
        </pc:picChg>
      </pc:sldChg>
      <pc:sldChg chg="modSp mod">
        <pc:chgData name="Brodie Cruse" userId="b1379d39-a30a-4d81-97fb-97a2c804a02c" providerId="ADAL" clId="{55C7FE8E-A535-421D-B2F7-F60CAF768D7B}" dt="2026-07-30T20:11:16.396" v="105" actId="1035"/>
        <pc:sldMkLst>
          <pc:docMk/>
          <pc:sldMk cId="578680170" sldId="274"/>
        </pc:sldMkLst>
        <pc:spChg chg="mod">
          <ac:chgData name="Brodie Cruse" userId="b1379d39-a30a-4d81-97fb-97a2c804a02c" providerId="ADAL" clId="{55C7FE8E-A535-421D-B2F7-F60CAF768D7B}" dt="2026-07-30T20:11:16.396" v="105" actId="1035"/>
          <ac:spMkLst>
            <pc:docMk/>
            <pc:sldMk cId="578680170" sldId="274"/>
            <ac:spMk id="3" creationId="{C0648842-0DCA-487C-C270-FD6D77C8BB57}"/>
          </ac:spMkLst>
        </pc:spChg>
      </pc:sldChg>
      <pc:sldChg chg="modSp mod">
        <pc:chgData name="Brodie Cruse" userId="b1379d39-a30a-4d81-97fb-97a2c804a02c" providerId="ADAL" clId="{55C7FE8E-A535-421D-B2F7-F60CAF768D7B}" dt="2026-07-30T20:11:49.064" v="130" actId="20577"/>
        <pc:sldMkLst>
          <pc:docMk/>
          <pc:sldMk cId="3365855906" sldId="275"/>
        </pc:sldMkLst>
        <pc:spChg chg="mod">
          <ac:chgData name="Brodie Cruse" userId="b1379d39-a30a-4d81-97fb-97a2c804a02c" providerId="ADAL" clId="{55C7FE8E-A535-421D-B2F7-F60CAF768D7B}" dt="2026-07-30T20:11:49.064" v="130" actId="20577"/>
          <ac:spMkLst>
            <pc:docMk/>
            <pc:sldMk cId="3365855906" sldId="275"/>
            <ac:spMk id="3" creationId="{7E6C6D7C-0C8C-CBF9-DEB6-393B5C159125}"/>
          </ac:spMkLst>
        </pc:spChg>
      </pc:sldChg>
    </pc:docChg>
  </pc:docChgLst>
  <pc:docChgLst>
    <pc:chgData name="Brodie Cruse" userId="b1379d39-a30a-4d81-97fb-97a2c804a02c" providerId="ADAL" clId="{4EA6C6AD-92F3-4EC3-A232-02B95C99FFBA}"/>
    <pc:docChg chg="undo redo custSel addSld modSld sldOrd addSection delSection">
      <pc:chgData name="Brodie Cruse" userId="b1379d39-a30a-4d81-97fb-97a2c804a02c" providerId="ADAL" clId="{4EA6C6AD-92F3-4EC3-A232-02B95C99FFBA}" dt="2026-07-29T22:00:05.779" v="539" actId="1076"/>
      <pc:docMkLst>
        <pc:docMk/>
      </pc:docMkLst>
      <pc:sldChg chg="addSp delSp modSp mod setBg chgLayout">
        <pc:chgData name="Brodie Cruse" userId="b1379d39-a30a-4d81-97fb-97a2c804a02c" providerId="ADAL" clId="{4EA6C6AD-92F3-4EC3-A232-02B95C99FFBA}" dt="2026-07-28T22:42:46.590" v="383" actId="20577"/>
        <pc:sldMkLst>
          <pc:docMk/>
          <pc:sldMk cId="1254738402" sldId="256"/>
        </pc:sldMkLst>
        <pc:spChg chg="add del mod ord">
          <ac:chgData name="Brodie Cruse" userId="b1379d39-a30a-4d81-97fb-97a2c804a02c" providerId="ADAL" clId="{4EA6C6AD-92F3-4EC3-A232-02B95C99FFBA}" dt="2026-07-28T22:42:16.674" v="359" actId="1076"/>
          <ac:spMkLst>
            <pc:docMk/>
            <pc:sldMk cId="1254738402" sldId="256"/>
            <ac:spMk id="6" creationId="{00000000-0000-0000-0000-000000000000}"/>
          </ac:spMkLst>
        </pc:spChg>
        <pc:spChg chg="mod ord">
          <ac:chgData name="Brodie Cruse" userId="b1379d39-a30a-4d81-97fb-97a2c804a02c" providerId="ADAL" clId="{4EA6C6AD-92F3-4EC3-A232-02B95C99FFBA}" dt="2026-07-28T22:42:46.590" v="383" actId="20577"/>
          <ac:spMkLst>
            <pc:docMk/>
            <pc:sldMk cId="1254738402" sldId="256"/>
            <ac:spMk id="7" creationId="{00000000-0000-0000-0000-000000000000}"/>
          </ac:spMkLst>
        </pc:spChg>
        <pc:spChg chg="mod ord">
          <ac:chgData name="Brodie Cruse" userId="b1379d39-a30a-4d81-97fb-97a2c804a02c" providerId="ADAL" clId="{4EA6C6AD-92F3-4EC3-A232-02B95C99FFBA}" dt="2026-07-28T22:42:24.683" v="368" actId="768"/>
          <ac:spMkLst>
            <pc:docMk/>
            <pc:sldMk cId="1254738402" sldId="256"/>
            <ac:spMk id="8" creationId="{00000000-0000-0000-0000-000000000000}"/>
          </ac:spMkLst>
        </pc:spChg>
      </pc:sldChg>
      <pc:sldChg chg="addSp delSp modSp mod setBg">
        <pc:chgData name="Brodie Cruse" userId="b1379d39-a30a-4d81-97fb-97a2c804a02c" providerId="ADAL" clId="{4EA6C6AD-92F3-4EC3-A232-02B95C99FFBA}" dt="2026-07-29T22:00:05.779" v="539" actId="1076"/>
        <pc:sldMkLst>
          <pc:docMk/>
          <pc:sldMk cId="4287699907" sldId="257"/>
        </pc:sldMkLst>
        <pc:spChg chg="del mod">
          <ac:chgData name="Brodie Cruse" userId="b1379d39-a30a-4d81-97fb-97a2c804a02c" providerId="ADAL" clId="{4EA6C6AD-92F3-4EC3-A232-02B95C99FFBA}" dt="2026-07-29T21:56:46.717" v="523" actId="478"/>
          <ac:spMkLst>
            <pc:docMk/>
            <pc:sldMk cId="4287699907" sldId="257"/>
            <ac:spMk id="2" creationId="{00000000-0000-0000-0000-000000000000}"/>
          </ac:spMkLst>
        </pc:spChg>
        <pc:spChg chg="mod">
          <ac:chgData name="Brodie Cruse" userId="b1379d39-a30a-4d81-97fb-97a2c804a02c" providerId="ADAL" clId="{4EA6C6AD-92F3-4EC3-A232-02B95C99FFBA}" dt="2026-07-29T02:10:44.613" v="483" actId="1076"/>
          <ac:spMkLst>
            <pc:docMk/>
            <pc:sldMk cId="4287699907" sldId="257"/>
            <ac:spMk id="3" creationId="{00000000-0000-0000-0000-000000000000}"/>
          </ac:spMkLst>
        </pc:spChg>
        <pc:picChg chg="add mod">
          <ac:chgData name="Brodie Cruse" userId="b1379d39-a30a-4d81-97fb-97a2c804a02c" providerId="ADAL" clId="{4EA6C6AD-92F3-4EC3-A232-02B95C99FFBA}" dt="2026-07-29T21:56:52.459" v="526" actId="14100"/>
          <ac:picMkLst>
            <pc:docMk/>
            <pc:sldMk cId="4287699907" sldId="257"/>
            <ac:picMk id="5" creationId="{BD9908AD-7523-1252-C4CE-F676050A0A2A}"/>
          </ac:picMkLst>
        </pc:picChg>
        <pc:picChg chg="add del mod">
          <ac:chgData name="Brodie Cruse" userId="b1379d39-a30a-4d81-97fb-97a2c804a02c" providerId="ADAL" clId="{4EA6C6AD-92F3-4EC3-A232-02B95C99FFBA}" dt="2026-07-29T21:57:58.668" v="532" actId="478"/>
          <ac:picMkLst>
            <pc:docMk/>
            <pc:sldMk cId="4287699907" sldId="257"/>
            <ac:picMk id="6" creationId="{68F94B26-2373-322B-7527-83F500ADBD72}"/>
          </ac:picMkLst>
        </pc:picChg>
        <pc:picChg chg="add mod modCrop">
          <ac:chgData name="Brodie Cruse" userId="b1379d39-a30a-4d81-97fb-97a2c804a02c" providerId="ADAL" clId="{4EA6C6AD-92F3-4EC3-A232-02B95C99FFBA}" dt="2026-07-29T22:00:05.779" v="539" actId="1076"/>
          <ac:picMkLst>
            <pc:docMk/>
            <pc:sldMk cId="4287699907" sldId="257"/>
            <ac:picMk id="7" creationId="{263D317A-3A89-CFAA-9961-5DFABA51BC59}"/>
          </ac:picMkLst>
        </pc:picChg>
      </pc:sldChg>
      <pc:sldChg chg="modSp mod ord setBg">
        <pc:chgData name="Brodie Cruse" userId="b1379d39-a30a-4d81-97fb-97a2c804a02c" providerId="ADAL" clId="{4EA6C6AD-92F3-4EC3-A232-02B95C99FFBA}" dt="2026-07-29T02:16:54.265" v="487"/>
        <pc:sldMkLst>
          <pc:docMk/>
          <pc:sldMk cId="617056607" sldId="258"/>
        </pc:sldMkLst>
        <pc:spChg chg="mod">
          <ac:chgData name="Brodie Cruse" userId="b1379d39-a30a-4d81-97fb-97a2c804a02c" providerId="ADAL" clId="{4EA6C6AD-92F3-4EC3-A232-02B95C99FFBA}" dt="2026-07-28T22:46:52.727" v="423" actId="20577"/>
          <ac:spMkLst>
            <pc:docMk/>
            <pc:sldMk cId="617056607" sldId="258"/>
            <ac:spMk id="5" creationId="{00000000-0000-0000-0000-000000000000}"/>
          </ac:spMkLst>
        </pc:spChg>
      </pc:sldChg>
      <pc:sldChg chg="modSp mod">
        <pc:chgData name="Brodie Cruse" userId="b1379d39-a30a-4d81-97fb-97a2c804a02c" providerId="ADAL" clId="{4EA6C6AD-92F3-4EC3-A232-02B95C99FFBA}" dt="2026-07-28T22:47:23.587" v="441" actId="20577"/>
        <pc:sldMkLst>
          <pc:docMk/>
          <pc:sldMk cId="2755979249" sldId="259"/>
        </pc:sldMkLst>
        <pc:spChg chg="mod">
          <ac:chgData name="Brodie Cruse" userId="b1379d39-a30a-4d81-97fb-97a2c804a02c" providerId="ADAL" clId="{4EA6C6AD-92F3-4EC3-A232-02B95C99FFBA}" dt="2026-07-28T22:47:23.587" v="441" actId="20577"/>
          <ac:spMkLst>
            <pc:docMk/>
            <pc:sldMk cId="2755979249" sldId="259"/>
            <ac:spMk id="5" creationId="{00000000-0000-0000-0000-000000000000}"/>
          </ac:spMkLst>
        </pc:spChg>
      </pc:sldChg>
      <pc:sldChg chg="modSp mod">
        <pc:chgData name="Brodie Cruse" userId="b1379d39-a30a-4d81-97fb-97a2c804a02c" providerId="ADAL" clId="{4EA6C6AD-92F3-4EC3-A232-02B95C99FFBA}" dt="2026-07-28T23:23:36.688" v="454"/>
        <pc:sldMkLst>
          <pc:docMk/>
          <pc:sldMk cId="801259172" sldId="260"/>
        </pc:sldMkLst>
        <pc:spChg chg="mod">
          <ac:chgData name="Brodie Cruse" userId="b1379d39-a30a-4d81-97fb-97a2c804a02c" providerId="ADAL" clId="{4EA6C6AD-92F3-4EC3-A232-02B95C99FFBA}" dt="2026-07-28T23:23:36.688" v="454"/>
          <ac:spMkLst>
            <pc:docMk/>
            <pc:sldMk cId="801259172" sldId="260"/>
            <ac:spMk id="3" creationId="{00000000-0000-0000-0000-000000000000}"/>
          </ac:spMkLst>
        </pc:spChg>
      </pc:sldChg>
      <pc:sldChg chg="addSp delSp modSp mod setBg">
        <pc:chgData name="Brodie Cruse" userId="b1379d39-a30a-4d81-97fb-97a2c804a02c" providerId="ADAL" clId="{4EA6C6AD-92F3-4EC3-A232-02B95C99FFBA}" dt="2026-07-28T22:42:23.062" v="366" actId="1076"/>
        <pc:sldMkLst>
          <pc:docMk/>
          <pc:sldMk cId="3929033527" sldId="265"/>
        </pc:sldMkLst>
        <pc:spChg chg="add mod">
          <ac:chgData name="Brodie Cruse" userId="b1379d39-a30a-4d81-97fb-97a2c804a02c" providerId="ADAL" clId="{4EA6C6AD-92F3-4EC3-A232-02B95C99FFBA}" dt="2026-07-28T22:42:23.062" v="366" actId="1076"/>
          <ac:spMkLst>
            <pc:docMk/>
            <pc:sldMk cId="3929033527" sldId="265"/>
            <ac:spMk id="4" creationId="{AF3BB6EA-78E0-59B2-74DF-924BBBFCEC48}"/>
          </ac:spMkLst>
        </pc:spChg>
      </pc:sldChg>
      <pc:sldChg chg="add">
        <pc:chgData name="Brodie Cruse" userId="b1379d39-a30a-4d81-97fb-97a2c804a02c" providerId="ADAL" clId="{4EA6C6AD-92F3-4EC3-A232-02B95C99FFBA}" dt="2026-07-28T23:23:18.308" v="447" actId="2890"/>
        <pc:sldMkLst>
          <pc:docMk/>
          <pc:sldMk cId="3544863295" sldId="266"/>
        </pc:sldMkLst>
      </pc:sldChg>
      <pc:sldChg chg="add">
        <pc:chgData name="Brodie Cruse" userId="b1379d39-a30a-4d81-97fb-97a2c804a02c" providerId="ADAL" clId="{4EA6C6AD-92F3-4EC3-A232-02B95C99FFBA}" dt="2026-07-28T23:23:19.667" v="448" actId="2890"/>
        <pc:sldMkLst>
          <pc:docMk/>
          <pc:sldMk cId="2237104956" sldId="267"/>
        </pc:sldMkLst>
      </pc:sldChg>
      <pc:sldChg chg="add">
        <pc:chgData name="Brodie Cruse" userId="b1379d39-a30a-4d81-97fb-97a2c804a02c" providerId="ADAL" clId="{4EA6C6AD-92F3-4EC3-A232-02B95C99FFBA}" dt="2026-07-28T23:23:21.272" v="449" actId="2890"/>
        <pc:sldMkLst>
          <pc:docMk/>
          <pc:sldMk cId="1693629916" sldId="268"/>
        </pc:sldMkLst>
      </pc:sldChg>
      <pc:sldChg chg="modSp add mod">
        <pc:chgData name="Brodie Cruse" userId="b1379d39-a30a-4d81-97fb-97a2c804a02c" providerId="ADAL" clId="{4EA6C6AD-92F3-4EC3-A232-02B95C99FFBA}" dt="2026-07-28T23:23:47.816" v="456" actId="14100"/>
        <pc:sldMkLst>
          <pc:docMk/>
          <pc:sldMk cId="3609243430" sldId="269"/>
        </pc:sldMkLst>
        <pc:spChg chg="mod">
          <ac:chgData name="Brodie Cruse" userId="b1379d39-a30a-4d81-97fb-97a2c804a02c" providerId="ADAL" clId="{4EA6C6AD-92F3-4EC3-A232-02B95C99FFBA}" dt="2026-07-28T23:23:47.816" v="456" actId="14100"/>
          <ac:spMkLst>
            <pc:docMk/>
            <pc:sldMk cId="3609243430" sldId="269"/>
            <ac:spMk id="3" creationId="{C92403E1-B185-8572-9B9F-9CCDBEF1DB68}"/>
          </ac:spMkLst>
        </pc:spChg>
      </pc:sldChg>
      <pc:sldChg chg="modSp add mod">
        <pc:chgData name="Brodie Cruse" userId="b1379d39-a30a-4d81-97fb-97a2c804a02c" providerId="ADAL" clId="{4EA6C6AD-92F3-4EC3-A232-02B95C99FFBA}" dt="2026-07-28T23:23:29.239" v="453" actId="14100"/>
        <pc:sldMkLst>
          <pc:docMk/>
          <pc:sldMk cId="3130483695" sldId="270"/>
        </pc:sldMkLst>
        <pc:spChg chg="mod">
          <ac:chgData name="Brodie Cruse" userId="b1379d39-a30a-4d81-97fb-97a2c804a02c" providerId="ADAL" clId="{4EA6C6AD-92F3-4EC3-A232-02B95C99FFBA}" dt="2026-07-28T23:23:29.239" v="453" actId="14100"/>
          <ac:spMkLst>
            <pc:docMk/>
            <pc:sldMk cId="3130483695" sldId="270"/>
            <ac:spMk id="3" creationId="{BB60C314-A831-339F-FBD3-A687529C245F}"/>
          </ac:spMkLst>
        </pc:spChg>
      </pc:sldChg>
      <pc:sldChg chg="modSp add mod ord">
        <pc:chgData name="Brodie Cruse" userId="b1379d39-a30a-4d81-97fb-97a2c804a02c" providerId="ADAL" clId="{4EA6C6AD-92F3-4EC3-A232-02B95C99FFBA}" dt="2026-07-29T02:15:02.474" v="485"/>
        <pc:sldMkLst>
          <pc:docMk/>
          <pc:sldMk cId="865187120" sldId="271"/>
        </pc:sldMkLst>
        <pc:spChg chg="mod">
          <ac:chgData name="Brodie Cruse" userId="b1379d39-a30a-4d81-97fb-97a2c804a02c" providerId="ADAL" clId="{4EA6C6AD-92F3-4EC3-A232-02B95C99FFBA}" dt="2026-07-29T02:10:36.013" v="482" actId="14100"/>
          <ac:spMkLst>
            <pc:docMk/>
            <pc:sldMk cId="865187120" sldId="271"/>
            <ac:spMk id="5" creationId="{85738834-4F3D-A590-4FC6-A3DD3AD06C0F}"/>
          </ac:spMkLst>
        </pc:spChg>
      </pc:sldChg>
      <pc:sldChg chg="modSp add mod">
        <pc:chgData name="Brodie Cruse" userId="b1379d39-a30a-4d81-97fb-97a2c804a02c" providerId="ADAL" clId="{4EA6C6AD-92F3-4EC3-A232-02B95C99FFBA}" dt="2026-07-29T02:20:23.090" v="508" actId="20577"/>
        <pc:sldMkLst>
          <pc:docMk/>
          <pc:sldMk cId="3672877498" sldId="272"/>
        </pc:sldMkLst>
        <pc:spChg chg="mod">
          <ac:chgData name="Brodie Cruse" userId="b1379d39-a30a-4d81-97fb-97a2c804a02c" providerId="ADAL" clId="{4EA6C6AD-92F3-4EC3-A232-02B95C99FFBA}" dt="2026-07-29T02:20:23.090" v="508" actId="20577"/>
          <ac:spMkLst>
            <pc:docMk/>
            <pc:sldMk cId="3672877498" sldId="272"/>
            <ac:spMk id="5" creationId="{500067F6-35C1-5176-C495-14BE77C5F745}"/>
          </ac:spMkLst>
        </pc:spChg>
        <pc:spChg chg="mod">
          <ac:chgData name="Brodie Cruse" userId="b1379d39-a30a-4d81-97fb-97a2c804a02c" providerId="ADAL" clId="{4EA6C6AD-92F3-4EC3-A232-02B95C99FFBA}" dt="2026-07-29T02:19:31.942" v="490" actId="1076"/>
          <ac:spMkLst>
            <pc:docMk/>
            <pc:sldMk cId="3672877498" sldId="272"/>
            <ac:spMk id="6" creationId="{DFB72D1B-3943-B604-1BFE-11D51B5D5F49}"/>
          </ac:spMkLst>
        </pc:spChg>
      </pc:sldChg>
    </pc:docChg>
  </pc:docChgLst>
  <pc:docChgLst>
    <pc:chgData name="Matthew McGill" userId="b6269137-6573-4e3c-acce-52235e626b36" providerId="ADAL" clId="{D437092B-DCA3-49FC-9AFF-89F806EC67D1}"/>
    <pc:docChg chg="modSld sldOrd">
      <pc:chgData name="Matthew McGill" userId="b6269137-6573-4e3c-acce-52235e626b36" providerId="ADAL" clId="{D437092B-DCA3-49FC-9AFF-89F806EC67D1}" dt="2026-07-30T03:54:34.884" v="222" actId="20577"/>
      <pc:docMkLst>
        <pc:docMk/>
      </pc:docMkLst>
      <pc:sldChg chg="modSp mod">
        <pc:chgData name="Matthew McGill" userId="b6269137-6573-4e3c-acce-52235e626b36" providerId="ADAL" clId="{D437092B-DCA3-49FC-9AFF-89F806EC67D1}" dt="2026-07-30T03:53:56.963" v="182" actId="20577"/>
        <pc:sldMkLst>
          <pc:docMk/>
          <pc:sldMk cId="617056607" sldId="258"/>
        </pc:sldMkLst>
        <pc:spChg chg="mod">
          <ac:chgData name="Matthew McGill" userId="b6269137-6573-4e3c-acce-52235e626b36" providerId="ADAL" clId="{D437092B-DCA3-49FC-9AFF-89F806EC67D1}" dt="2026-07-30T03:53:56.963" v="182" actId="20577"/>
          <ac:spMkLst>
            <pc:docMk/>
            <pc:sldMk cId="617056607" sldId="258"/>
            <ac:spMk id="5" creationId="{00000000-0000-0000-0000-000000000000}"/>
          </ac:spMkLst>
        </pc:spChg>
      </pc:sldChg>
      <pc:sldChg chg="modSp mod">
        <pc:chgData name="Matthew McGill" userId="b6269137-6573-4e3c-acce-52235e626b36" providerId="ADAL" clId="{D437092B-DCA3-49FC-9AFF-89F806EC67D1}" dt="2026-07-30T03:54:34.884" v="222" actId="20577"/>
        <pc:sldMkLst>
          <pc:docMk/>
          <pc:sldMk cId="2755979249" sldId="259"/>
        </pc:sldMkLst>
        <pc:spChg chg="mod">
          <ac:chgData name="Matthew McGill" userId="b6269137-6573-4e3c-acce-52235e626b36" providerId="ADAL" clId="{D437092B-DCA3-49FC-9AFF-89F806EC67D1}" dt="2026-07-30T03:54:34.884" v="222" actId="20577"/>
          <ac:spMkLst>
            <pc:docMk/>
            <pc:sldMk cId="2755979249" sldId="259"/>
            <ac:spMk id="5" creationId="{00000000-0000-0000-0000-000000000000}"/>
          </ac:spMkLst>
        </pc:spChg>
      </pc:sldChg>
      <pc:sldChg chg="ord">
        <pc:chgData name="Matthew McGill" userId="b6269137-6573-4e3c-acce-52235e626b36" providerId="ADAL" clId="{D437092B-DCA3-49FC-9AFF-89F806EC67D1}" dt="2026-07-30T03:50:48.834" v="35"/>
        <pc:sldMkLst>
          <pc:docMk/>
          <pc:sldMk cId="865187120" sldId="271"/>
        </pc:sldMkLst>
      </pc:sldChg>
      <pc:sldChg chg="modSp mod">
        <pc:chgData name="Matthew McGill" userId="b6269137-6573-4e3c-acce-52235e626b36" providerId="ADAL" clId="{D437092B-DCA3-49FC-9AFF-89F806EC67D1}" dt="2026-07-30T03:54:17.814" v="202" actId="20577"/>
        <pc:sldMkLst>
          <pc:docMk/>
          <pc:sldMk cId="3672877498" sldId="272"/>
        </pc:sldMkLst>
        <pc:spChg chg="mod">
          <ac:chgData name="Matthew McGill" userId="b6269137-6573-4e3c-acce-52235e626b36" providerId="ADAL" clId="{D437092B-DCA3-49FC-9AFF-89F806EC67D1}" dt="2026-07-30T03:54:17.814" v="202" actId="20577"/>
          <ac:spMkLst>
            <pc:docMk/>
            <pc:sldMk cId="3672877498" sldId="272"/>
            <ac:spMk id="5" creationId="{500067F6-35C1-5176-C495-14BE77C5F745}"/>
          </ac:spMkLst>
        </pc:spChg>
      </pc:sldChg>
      <pc:sldChg chg="modSp mod">
        <pc:chgData name="Matthew McGill" userId="b6269137-6573-4e3c-acce-52235e626b36" providerId="ADAL" clId="{D437092B-DCA3-49FC-9AFF-89F806EC67D1}" dt="2026-07-30T03:50:37.314" v="33" actId="20577"/>
        <pc:sldMkLst>
          <pc:docMk/>
          <pc:sldMk cId="3780098730" sldId="273"/>
        </pc:sldMkLst>
        <pc:spChg chg="mod">
          <ac:chgData name="Matthew McGill" userId="b6269137-6573-4e3c-acce-52235e626b36" providerId="ADAL" clId="{D437092B-DCA3-49FC-9AFF-89F806EC67D1}" dt="2026-07-30T03:50:37.314" v="33" actId="20577"/>
          <ac:spMkLst>
            <pc:docMk/>
            <pc:sldMk cId="3780098730" sldId="273"/>
            <ac:spMk id="3" creationId="{BF166C41-DF03-C1FD-4196-A3629D67BDA3}"/>
          </ac:spMkLst>
        </pc:spChg>
      </pc:sldChg>
      <pc:sldChg chg="modSp mod">
        <pc:chgData name="Matthew McGill" userId="b6269137-6573-4e3c-acce-52235e626b36" providerId="ADAL" clId="{D437092B-DCA3-49FC-9AFF-89F806EC67D1}" dt="2026-07-30T03:51:38.111" v="67" actId="20577"/>
        <pc:sldMkLst>
          <pc:docMk/>
          <pc:sldMk cId="578680170" sldId="274"/>
        </pc:sldMkLst>
        <pc:spChg chg="mod">
          <ac:chgData name="Matthew McGill" userId="b6269137-6573-4e3c-acce-52235e626b36" providerId="ADAL" clId="{D437092B-DCA3-49FC-9AFF-89F806EC67D1}" dt="2026-07-30T03:51:38.111" v="67" actId="20577"/>
          <ac:spMkLst>
            <pc:docMk/>
            <pc:sldMk cId="578680170" sldId="274"/>
            <ac:spMk id="3" creationId="{C0648842-0DCA-487C-C270-FD6D77C8BB57}"/>
          </ac:spMkLst>
        </pc:spChg>
      </pc:sldChg>
      <pc:sldChg chg="modSp mod">
        <pc:chgData name="Matthew McGill" userId="b6269137-6573-4e3c-acce-52235e626b36" providerId="ADAL" clId="{D437092B-DCA3-49FC-9AFF-89F806EC67D1}" dt="2026-07-30T03:51:59.327" v="81" actId="20577"/>
        <pc:sldMkLst>
          <pc:docMk/>
          <pc:sldMk cId="3365855906" sldId="275"/>
        </pc:sldMkLst>
        <pc:spChg chg="mod">
          <ac:chgData name="Matthew McGill" userId="b6269137-6573-4e3c-acce-52235e626b36" providerId="ADAL" clId="{D437092B-DCA3-49FC-9AFF-89F806EC67D1}" dt="2026-07-30T03:51:59.327" v="81" actId="20577"/>
          <ac:spMkLst>
            <pc:docMk/>
            <pc:sldMk cId="3365855906" sldId="275"/>
            <ac:spMk id="3" creationId="{7E6C6D7C-0C8C-CBF9-DEB6-393B5C159125}"/>
          </ac:spMkLst>
        </pc:spChg>
      </pc:sldChg>
      <pc:sldChg chg="modSp mod">
        <pc:chgData name="Matthew McGill" userId="b6269137-6573-4e3c-acce-52235e626b36" providerId="ADAL" clId="{D437092B-DCA3-49FC-9AFF-89F806EC67D1}" dt="2026-07-30T03:52:36.278" v="99" actId="20577"/>
        <pc:sldMkLst>
          <pc:docMk/>
          <pc:sldMk cId="4119382516" sldId="276"/>
        </pc:sldMkLst>
        <pc:spChg chg="mod">
          <ac:chgData name="Matthew McGill" userId="b6269137-6573-4e3c-acce-52235e626b36" providerId="ADAL" clId="{D437092B-DCA3-49FC-9AFF-89F806EC67D1}" dt="2026-07-30T03:52:36.278" v="99" actId="20577"/>
          <ac:spMkLst>
            <pc:docMk/>
            <pc:sldMk cId="4119382516" sldId="276"/>
            <ac:spMk id="3" creationId="{D0426A38-F39B-17DD-E545-6C9F8F039BCD}"/>
          </ac:spMkLst>
        </pc:spChg>
      </pc:sldChg>
      <pc:sldChg chg="modSp mod">
        <pc:chgData name="Matthew McGill" userId="b6269137-6573-4e3c-acce-52235e626b36" providerId="ADAL" clId="{D437092B-DCA3-49FC-9AFF-89F806EC67D1}" dt="2026-07-30T03:52:56.692" v="134" actId="20577"/>
        <pc:sldMkLst>
          <pc:docMk/>
          <pc:sldMk cId="2219360331" sldId="277"/>
        </pc:sldMkLst>
        <pc:spChg chg="mod">
          <ac:chgData name="Matthew McGill" userId="b6269137-6573-4e3c-acce-52235e626b36" providerId="ADAL" clId="{D437092B-DCA3-49FC-9AFF-89F806EC67D1}" dt="2026-07-30T03:52:56.692" v="134" actId="20577"/>
          <ac:spMkLst>
            <pc:docMk/>
            <pc:sldMk cId="2219360331" sldId="277"/>
            <ac:spMk id="3" creationId="{042A5365-EB3A-0FBE-9880-203E08725564}"/>
          </ac:spMkLst>
        </pc:spChg>
      </pc:sldChg>
      <pc:sldChg chg="modSp mod">
        <pc:chgData name="Matthew McGill" userId="b6269137-6573-4e3c-acce-52235e626b36" providerId="ADAL" clId="{D437092B-DCA3-49FC-9AFF-89F806EC67D1}" dt="2026-07-30T03:53:38.882" v="158" actId="20577"/>
        <pc:sldMkLst>
          <pc:docMk/>
          <pc:sldMk cId="4115491787" sldId="278"/>
        </pc:sldMkLst>
        <pc:spChg chg="mod">
          <ac:chgData name="Matthew McGill" userId="b6269137-6573-4e3c-acce-52235e626b36" providerId="ADAL" clId="{D437092B-DCA3-49FC-9AFF-89F806EC67D1}" dt="2026-07-30T03:53:38.882" v="158" actId="20577"/>
          <ac:spMkLst>
            <pc:docMk/>
            <pc:sldMk cId="4115491787" sldId="278"/>
            <ac:spMk id="3" creationId="{DA60E96E-18BE-ACB4-DDCE-F892FD7ED7AB}"/>
          </ac:spMkLst>
        </pc:spChg>
      </pc:sldChg>
    </pc:docChg>
  </pc:docChgLst>
  <pc:docChgLst>
    <pc:chgData name="Brodie Cruse" userId="b1379d39-a30a-4d81-97fb-97a2c804a02c" providerId="ADAL" clId="{FCB22A8B-7F84-4A7B-B7ED-7833A55E95FF}"/>
    <pc:docChg chg="custSel addSld delSld modSld">
      <pc:chgData name="Brodie Cruse" userId="b1379d39-a30a-4d81-97fb-97a2c804a02c" providerId="ADAL" clId="{FCB22A8B-7F84-4A7B-B7ED-7833A55E95FF}" dt="2026-07-30T22:16:40.196" v="152" actId="20577"/>
      <pc:docMkLst>
        <pc:docMk/>
      </pc:docMkLst>
      <pc:sldChg chg="addSp modSp">
        <pc:chgData name="Brodie Cruse" userId="b1379d39-a30a-4d81-97fb-97a2c804a02c" providerId="ADAL" clId="{FCB22A8B-7F84-4A7B-B7ED-7833A55E95FF}" dt="2026-07-29T22:24:04.507" v="3" actId="767"/>
        <pc:sldMkLst>
          <pc:docMk/>
          <pc:sldMk cId="4287699907" sldId="257"/>
        </pc:sldMkLst>
        <pc:spChg chg="add mod">
          <ac:chgData name="Brodie Cruse" userId="b1379d39-a30a-4d81-97fb-97a2c804a02c" providerId="ADAL" clId="{FCB22A8B-7F84-4A7B-B7ED-7833A55E95FF}" dt="2026-07-29T22:09:54.540" v="0" actId="767"/>
          <ac:spMkLst>
            <pc:docMk/>
            <pc:sldMk cId="4287699907" sldId="257"/>
            <ac:spMk id="8" creationId="{260401E3-352E-F726-2BFA-7AA76B80B7E6}"/>
          </ac:spMkLst>
        </pc:spChg>
        <pc:spChg chg="add mod">
          <ac:chgData name="Brodie Cruse" userId="b1379d39-a30a-4d81-97fb-97a2c804a02c" providerId="ADAL" clId="{FCB22A8B-7F84-4A7B-B7ED-7833A55E95FF}" dt="2026-07-29T22:24:04.507" v="3" actId="767"/>
          <ac:spMkLst>
            <pc:docMk/>
            <pc:sldMk cId="4287699907" sldId="257"/>
            <ac:spMk id="9" creationId="{3A84274D-3036-5781-839D-80DB36EA1781}"/>
          </ac:spMkLst>
        </pc:spChg>
      </pc:sldChg>
      <pc:sldChg chg="addSp modSp">
        <pc:chgData name="Brodie Cruse" userId="b1379d39-a30a-4d81-97fb-97a2c804a02c" providerId="ADAL" clId="{FCB22A8B-7F84-4A7B-B7ED-7833A55E95FF}" dt="2026-07-29T22:20:47.510" v="2"/>
        <pc:sldMkLst>
          <pc:docMk/>
          <pc:sldMk cId="2755979249" sldId="259"/>
        </pc:sldMkLst>
        <pc:picChg chg="add mod">
          <ac:chgData name="Brodie Cruse" userId="b1379d39-a30a-4d81-97fb-97a2c804a02c" providerId="ADAL" clId="{FCB22A8B-7F84-4A7B-B7ED-7833A55E95FF}" dt="2026-07-29T22:20:47.510" v="2"/>
          <ac:picMkLst>
            <pc:docMk/>
            <pc:sldMk cId="2755979249" sldId="259"/>
            <ac:picMk id="10" creationId="{6F635EDB-DF23-C63D-7919-E98B45ADCA70}"/>
          </ac:picMkLst>
        </pc:picChg>
      </pc:sldChg>
      <pc:sldChg chg="add setBg">
        <pc:chgData name="Brodie Cruse" userId="b1379d39-a30a-4d81-97fb-97a2c804a02c" providerId="ADAL" clId="{FCB22A8B-7F84-4A7B-B7ED-7833A55E95FF}" dt="2026-07-29T22:28:29.344" v="4"/>
        <pc:sldMkLst>
          <pc:docMk/>
          <pc:sldMk cId="482660081" sldId="273"/>
        </pc:sldMkLst>
      </pc:sldChg>
      <pc:sldChg chg="modSp add mod setBg">
        <pc:chgData name="Brodie Cruse" userId="b1379d39-a30a-4d81-97fb-97a2c804a02c" providerId="ADAL" clId="{FCB22A8B-7F84-4A7B-B7ED-7833A55E95FF}" dt="2026-07-30T22:16:40.196" v="152" actId="20577"/>
        <pc:sldMkLst>
          <pc:docMk/>
          <pc:sldMk cId="3780098730" sldId="273"/>
        </pc:sldMkLst>
        <pc:spChg chg="mod">
          <ac:chgData name="Brodie Cruse" userId="b1379d39-a30a-4d81-97fb-97a2c804a02c" providerId="ADAL" clId="{FCB22A8B-7F84-4A7B-B7ED-7833A55E95FF}" dt="2026-07-30T22:14:45.095" v="56" actId="20577"/>
          <ac:spMkLst>
            <pc:docMk/>
            <pc:sldMk cId="3780098730" sldId="273"/>
            <ac:spMk id="3" creationId="{BF166C41-DF03-C1FD-4196-A3629D67BDA3}"/>
          </ac:spMkLst>
        </pc:spChg>
        <pc:spChg chg="mod">
          <ac:chgData name="Brodie Cruse" userId="b1379d39-a30a-4d81-97fb-97a2c804a02c" providerId="ADAL" clId="{FCB22A8B-7F84-4A7B-B7ED-7833A55E95FF}" dt="2026-07-30T22:16:40.196" v="152" actId="20577"/>
          <ac:spMkLst>
            <pc:docMk/>
            <pc:sldMk cId="3780098730" sldId="273"/>
            <ac:spMk id="8" creationId="{4FFC241E-6B3C-8144-F095-692CBD575FBB}"/>
          </ac:spMkLst>
        </pc:spChg>
      </pc:sldChg>
      <pc:sldChg chg="add setBg">
        <pc:chgData name="Brodie Cruse" userId="b1379d39-a30a-4d81-97fb-97a2c804a02c" providerId="ADAL" clId="{FCB22A8B-7F84-4A7B-B7ED-7833A55E95FF}" dt="2026-07-29T22:31:54.877" v="17"/>
        <pc:sldMkLst>
          <pc:docMk/>
          <pc:sldMk cId="578680170" sldId="274"/>
        </pc:sldMkLst>
      </pc:sldChg>
      <pc:sldChg chg="add setBg">
        <pc:chgData name="Brodie Cruse" userId="b1379d39-a30a-4d81-97fb-97a2c804a02c" providerId="ADAL" clId="{FCB22A8B-7F84-4A7B-B7ED-7833A55E95FF}" dt="2026-07-29T22:28:29.782" v="5"/>
        <pc:sldMkLst>
          <pc:docMk/>
          <pc:sldMk cId="3443504796" sldId="274"/>
        </pc:sldMkLst>
      </pc:sldChg>
      <pc:sldChg chg="add del setBg">
        <pc:chgData name="Brodie Cruse" userId="b1379d39-a30a-4d81-97fb-97a2c804a02c" providerId="ADAL" clId="{FCB22A8B-7F84-4A7B-B7ED-7833A55E95FF}" dt="2026-07-29T22:29:48.350" v="15"/>
        <pc:sldMkLst>
          <pc:docMk/>
          <pc:sldMk cId="230397313" sldId="275"/>
        </pc:sldMkLst>
      </pc:sldChg>
      <pc:sldChg chg="add setBg">
        <pc:chgData name="Brodie Cruse" userId="b1379d39-a30a-4d81-97fb-97a2c804a02c" providerId="ADAL" clId="{FCB22A8B-7F84-4A7B-B7ED-7833A55E95FF}" dt="2026-07-29T22:31:54.995" v="18"/>
        <pc:sldMkLst>
          <pc:docMk/>
          <pc:sldMk cId="3365855906" sldId="275"/>
        </pc:sldMkLst>
      </pc:sldChg>
      <pc:sldChg chg="add del setBg">
        <pc:chgData name="Brodie Cruse" userId="b1379d39-a30a-4d81-97fb-97a2c804a02c" providerId="ADAL" clId="{FCB22A8B-7F84-4A7B-B7ED-7833A55E95FF}" dt="2026-07-29T22:29:47.935" v="14"/>
        <pc:sldMkLst>
          <pc:docMk/>
          <pc:sldMk cId="1702490605" sldId="276"/>
        </pc:sldMkLst>
      </pc:sldChg>
      <pc:sldChg chg="add setBg">
        <pc:chgData name="Brodie Cruse" userId="b1379d39-a30a-4d81-97fb-97a2c804a02c" providerId="ADAL" clId="{FCB22A8B-7F84-4A7B-B7ED-7833A55E95FF}" dt="2026-07-29T22:31:55.138" v="19"/>
        <pc:sldMkLst>
          <pc:docMk/>
          <pc:sldMk cId="4119382516" sldId="276"/>
        </pc:sldMkLst>
      </pc:sldChg>
      <pc:sldChg chg="add setBg">
        <pc:chgData name="Brodie Cruse" userId="b1379d39-a30a-4d81-97fb-97a2c804a02c" providerId="ADAL" clId="{FCB22A8B-7F84-4A7B-B7ED-7833A55E95FF}" dt="2026-07-29T22:31:55.287" v="20"/>
        <pc:sldMkLst>
          <pc:docMk/>
          <pc:sldMk cId="2219360331" sldId="277"/>
        </pc:sldMkLst>
      </pc:sldChg>
      <pc:sldChg chg="delSp add del setBg">
        <pc:chgData name="Brodie Cruse" userId="b1379d39-a30a-4d81-97fb-97a2c804a02c" providerId="ADAL" clId="{FCB22A8B-7F84-4A7B-B7ED-7833A55E95FF}" dt="2026-07-29T22:29:47.743" v="13"/>
        <pc:sldMkLst>
          <pc:docMk/>
          <pc:sldMk cId="2852573100" sldId="277"/>
        </pc:sldMkLst>
        <pc:spChg chg="del">
          <ac:chgData name="Brodie Cruse" userId="b1379d39-a30a-4d81-97fb-97a2c804a02c" providerId="ADAL" clId="{FCB22A8B-7F84-4A7B-B7ED-7833A55E95FF}" dt="2026-07-29T22:28:57.277" v="11"/>
          <ac:spMkLst>
            <pc:docMk/>
            <pc:sldMk cId="2852573100" sldId="277"/>
            <ac:spMk id="8" creationId="{39A91E82-8C11-7619-BA03-2704EF523C31}"/>
          </ac:spMkLst>
        </pc:spChg>
      </pc:sldChg>
      <pc:sldChg chg="delSp add del setBg">
        <pc:chgData name="Brodie Cruse" userId="b1379d39-a30a-4d81-97fb-97a2c804a02c" providerId="ADAL" clId="{FCB22A8B-7F84-4A7B-B7ED-7833A55E95FF}" dt="2026-07-29T22:29:47.460" v="12"/>
        <pc:sldMkLst>
          <pc:docMk/>
          <pc:sldMk cId="1467514387" sldId="278"/>
        </pc:sldMkLst>
        <pc:spChg chg="del">
          <ac:chgData name="Brodie Cruse" userId="b1379d39-a30a-4d81-97fb-97a2c804a02c" providerId="ADAL" clId="{FCB22A8B-7F84-4A7B-B7ED-7833A55E95FF}" dt="2026-07-29T22:28:38.028" v="10"/>
          <ac:spMkLst>
            <pc:docMk/>
            <pc:sldMk cId="1467514387" sldId="278"/>
            <ac:spMk id="8" creationId="{2C8F409C-31D0-3A26-8461-416E575F2AB9}"/>
          </ac:spMkLst>
        </pc:spChg>
      </pc:sldChg>
      <pc:sldChg chg="add setBg">
        <pc:chgData name="Brodie Cruse" userId="b1379d39-a30a-4d81-97fb-97a2c804a02c" providerId="ADAL" clId="{FCB22A8B-7F84-4A7B-B7ED-7833A55E95FF}" dt="2026-07-29T22:31:55.416" v="21"/>
        <pc:sldMkLst>
          <pc:docMk/>
          <pc:sldMk cId="4115491787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2174E-94A8-894B-B55B-E3D1B123F7B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EBF85-1479-E349-9262-1B6F0600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55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C2B82-52D7-564A-9414-F61912D3DAD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70D6-42E6-3B4C-BC2C-154007EEC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494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pening Slide">
    <p:bg>
      <p:bgPr>
        <a:solidFill>
          <a:srgbClr val="351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EABD60-8329-45BD-BDB2-7D1A471799A2}"/>
              </a:ext>
            </a:extLst>
          </p:cNvPr>
          <p:cNvSpPr/>
          <p:nvPr userDrawn="1"/>
        </p:nvSpPr>
        <p:spPr>
          <a:xfrm>
            <a:off x="1728061" y="5711125"/>
            <a:ext cx="2092271" cy="7198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>
          <a:xfrm>
            <a:off x="682629" y="1441450"/>
            <a:ext cx="8027984" cy="836561"/>
          </a:xfrm>
          <a:prstGeom prst="rect">
            <a:avLst/>
          </a:prstGeom>
        </p:spPr>
        <p:txBody>
          <a:bodyPr vert="horz"/>
          <a:lstStyle>
            <a:lvl1pPr algn="l">
              <a:defRPr sz="4000" b="1" i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AU"/>
              <a:t>Headline (Verdana Bold)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82629" y="2285328"/>
            <a:ext cx="8027987" cy="105660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Verdana"/>
              </a:defRPr>
            </a:lvl1pPr>
          </a:lstStyle>
          <a:p>
            <a:pPr lvl="0"/>
            <a:r>
              <a:rPr lang="en-AU"/>
              <a:t>Subheading (Verdana Regular)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5355813" y="354013"/>
            <a:ext cx="3423062" cy="441802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43DC56B5-A700-544C-8720-C289028A981D}" type="datetime2">
              <a:rPr lang="en-NZ" smtClean="0"/>
              <a:pPr/>
              <a:t>Friday, 31 July 2026</a:t>
            </a:fld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058361" y="173194"/>
            <a:ext cx="184666" cy="646331"/>
          </a:xfrm>
          <a:prstGeom prst="rect">
            <a:avLst/>
          </a:prstGeom>
        </p:spPr>
        <p:txBody>
          <a:bodyPr vert="horz" wrap="none" rtlCol="0">
            <a:spAutoFit/>
          </a:bodyPr>
          <a:lstStyle/>
          <a:p>
            <a:endParaRPr lang="en-US" sz="3600"/>
          </a:p>
        </p:txBody>
      </p:sp>
      <p:pic>
        <p:nvPicPr>
          <p:cNvPr id="8" name="Picture 7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68266D8-D51F-471D-B4F4-9C4EE2F04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885" y="5243467"/>
            <a:ext cx="3352801" cy="11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79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77865" y="1777050"/>
            <a:ext cx="8027985" cy="717593"/>
          </a:xfrm>
          <a:prstGeom prst="rect">
            <a:avLst/>
          </a:prstGeom>
        </p:spPr>
        <p:txBody>
          <a:bodyPr vert="horz"/>
          <a:lstStyle>
            <a:lvl1pPr algn="l">
              <a:defRPr sz="44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>
                <a:solidFill>
                  <a:srgbClr val="009AC7"/>
                </a:solidFill>
              </a:rPr>
              <a:t>Headline (Verdana Bold)</a:t>
            </a:r>
            <a:endParaRPr lang="en-US" sz="3600">
              <a:solidFill>
                <a:srgbClr val="009AC7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7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4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 Text and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70250" y="2958265"/>
            <a:ext cx="3096000" cy="38997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670250" y="1245261"/>
            <a:ext cx="1439998" cy="11777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26252" y="1245261"/>
            <a:ext cx="1439998" cy="11777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 Text and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708425" y="1245262"/>
            <a:ext cx="3096000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708425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64427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71512" y="1245262"/>
            <a:ext cx="4379913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71511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2999425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0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682875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38877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71512" y="1245262"/>
            <a:ext cx="4379913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71511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2999425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4215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8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 End Slide">
    <p:bg>
      <p:bgPr>
        <a:solidFill>
          <a:srgbClr val="3A11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FC1956-593F-4776-8C20-40975AC5E439}"/>
              </a:ext>
            </a:extLst>
          </p:cNvPr>
          <p:cNvSpPr/>
          <p:nvPr userDrawn="1"/>
        </p:nvSpPr>
        <p:spPr>
          <a:xfrm>
            <a:off x="6881247" y="674176"/>
            <a:ext cx="2100021" cy="72282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3" y="2281237"/>
            <a:ext cx="8027987" cy="3179763"/>
          </a:xfrm>
          <a:prstGeom prst="rect">
            <a:avLst/>
          </a:prstGeom>
        </p:spPr>
        <p:txBody>
          <a:bodyPr vert="horz" anchor="b"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Verdana"/>
              </a:defRPr>
            </a:lvl1pPr>
          </a:lstStyle>
          <a:p>
            <a:pPr lvl="0"/>
            <a:r>
              <a:rPr lang="en-AU"/>
              <a:t>Thank you</a:t>
            </a:r>
          </a:p>
        </p:txBody>
      </p:sp>
      <p:pic>
        <p:nvPicPr>
          <p:cNvPr id="3" name="Picture 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58B70B96-0DB5-45E7-AD5D-0DE4FBDE53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3557" y="181222"/>
            <a:ext cx="3432729" cy="12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62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9919969" y="1758348"/>
            <a:ext cx="914400" cy="914400"/>
          </a:xfrm>
          <a:prstGeom prst="rect">
            <a:avLst/>
          </a:prstGeom>
        </p:spPr>
        <p:txBody>
          <a:bodyPr wrap="none" rtlCol="0" anchor="t">
            <a:normAutofit/>
          </a:bodyPr>
          <a:lstStyle/>
          <a:p>
            <a:endParaRPr lang="en-US" err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60400" y="6383338"/>
            <a:ext cx="642730" cy="4746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727825" y="63833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C56B5-A700-544C-8720-C289028A981D}" type="datetime2">
              <a:rPr lang="en-NZ" smtClean="0"/>
              <a:pPr/>
              <a:t>Friday, 31 July 2026</a:t>
            </a:fld>
            <a:endParaRPr lang="en-US"/>
          </a:p>
        </p:txBody>
      </p:sp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ACD291B-33E4-4A8B-B949-7CA1F33D9D6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0" y="303266"/>
            <a:ext cx="4289425" cy="653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B04FB-DD96-47F2-9333-053A3ACBC885}"/>
              </a:ext>
            </a:extLst>
          </p:cNvPr>
          <p:cNvSpPr txBox="1"/>
          <p:nvPr userDrawn="1"/>
        </p:nvSpPr>
        <p:spPr>
          <a:xfrm>
            <a:off x="713666" y="407977"/>
            <a:ext cx="3858334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1800">
                <a:solidFill>
                  <a:schemeClr val="accent1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BE Hon Final Year </a:t>
            </a:r>
          </a:p>
          <a:p>
            <a:r>
              <a:rPr lang="en-NZ" sz="1800">
                <a:solidFill>
                  <a:schemeClr val="accent1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Research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040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5" r:id="rId7"/>
    <p:sldLayoutId id="2147483658" r:id="rId8"/>
    <p:sldLayoutId id="2147483659" r:id="rId9"/>
    <p:sldLayoutId id="2147483660" r:id="rId10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Saturday, August 1, 2026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2629" y="795815"/>
            <a:ext cx="8027984" cy="2591073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Development of a Microvibration and Torque Measurement Device for Reaction Wheel Assemblies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2630" y="3956870"/>
            <a:ext cx="7075916" cy="947639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Presenters: Brodie Cruse &amp; Matthew McGill</a:t>
            </a:r>
          </a:p>
          <a:p>
            <a:r>
              <a:rPr lang="en-US">
                <a:solidFill>
                  <a:schemeClr val="tx1"/>
                </a:solidFill>
              </a:rPr>
              <a:t>Supervisor: Dr Guglielmo Aglietti</a:t>
            </a:r>
          </a:p>
        </p:txBody>
      </p:sp>
    </p:spTree>
    <p:extLst>
      <p:ext uri="{BB962C8B-B14F-4D97-AF65-F5344CB8AC3E}">
        <p14:creationId xmlns:p14="http://schemas.microsoft.com/office/powerpoint/2010/main" val="125473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263D317A-3A89-CFAA-9961-5DFABA51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1" t="13825" r="8947" b="9737"/>
          <a:stretch>
            <a:fillRect/>
          </a:stretch>
        </p:blipFill>
        <p:spPr>
          <a:xfrm>
            <a:off x="6328643" y="1013313"/>
            <a:ext cx="2359742" cy="2183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0401E3-352E-F726-2BFA-7AA76B80B7E6}"/>
              </a:ext>
            </a:extLst>
          </p:cNvPr>
          <p:cNvSpPr txBox="1"/>
          <p:nvPr/>
        </p:nvSpPr>
        <p:spPr>
          <a:xfrm>
            <a:off x="660400" y="1738247"/>
            <a:ext cx="5419889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</p:spTree>
    <p:extLst>
      <p:ext uri="{BB962C8B-B14F-4D97-AF65-F5344CB8AC3E}">
        <p14:creationId xmlns:p14="http://schemas.microsoft.com/office/powerpoint/2010/main" val="428769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3252-E2EC-8DF4-1C8F-F6AC2BE4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166C41-DF03-C1FD-4196-A3629D67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Objective &amp; Current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55A85-5E41-E0AC-06CA-9F37E59D4F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C241E-6B3C-8144-F095-692CBD575FBB}"/>
              </a:ext>
            </a:extLst>
          </p:cNvPr>
          <p:cNvSpPr txBox="1"/>
          <p:nvPr/>
        </p:nvSpPr>
        <p:spPr>
          <a:xfrm>
            <a:off x="660400" y="1741962"/>
            <a:ext cx="5419889" cy="224676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Our objective is to design and build a unified measurement device for RWA microvibrations, imbalance, and torque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Kistler dynamometers solve the problem</a:t>
            </a:r>
          </a:p>
        </p:txBody>
      </p:sp>
    </p:spTree>
    <p:extLst>
      <p:ext uri="{BB962C8B-B14F-4D97-AF65-F5344CB8AC3E}">
        <p14:creationId xmlns:p14="http://schemas.microsoft.com/office/powerpoint/2010/main" val="378009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41232-C4C4-405E-A8EF-5E1AB7DB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76F09-551A-CF98-E577-31B25FD7F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1621128"/>
            <a:ext cx="4370400" cy="250114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738834-4F3D-A590-4FC6-A3DD3AD0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4307"/>
            <a:ext cx="4916689" cy="606821"/>
          </a:xfrm>
        </p:spPr>
        <p:txBody>
          <a:bodyPr/>
          <a:lstStyle/>
          <a:p>
            <a:r>
              <a:rPr lang="en-US"/>
              <a:t>State of the 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5EA76-6FA8-C82D-B1FE-148348C7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8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6266-7783-B783-75D7-C579BFD1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648842-0DCA-487C-C270-FD6D77C8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Measurement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4E0C-2693-5578-AFCB-D5D3467DE8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17726459-3157-50F5-4846-1696A32F7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1" t="13825" r="8947" b="9737"/>
          <a:stretch>
            <a:fillRect/>
          </a:stretch>
        </p:blipFill>
        <p:spPr>
          <a:xfrm>
            <a:off x="6600391" y="3926195"/>
            <a:ext cx="2359742" cy="2183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4B061C-B814-0B83-60EE-DD1A5788104B}"/>
              </a:ext>
            </a:extLst>
          </p:cNvPr>
          <p:cNvSpPr txBox="1"/>
          <p:nvPr/>
        </p:nvSpPr>
        <p:spPr>
          <a:xfrm>
            <a:off x="773521" y="2520672"/>
            <a:ext cx="5419889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</p:spTree>
    <p:extLst>
      <p:ext uri="{BB962C8B-B14F-4D97-AF65-F5344CB8AC3E}">
        <p14:creationId xmlns:p14="http://schemas.microsoft.com/office/powerpoint/2010/main" val="57868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1B1-B74B-3DD4-65AC-82B46D899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6C6D7C-0C8C-CBF9-DEB6-393B5C15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First Concept: Ring 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6389E-7665-4421-952B-008030DE24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204EBA48-A1FF-1B43-8404-6C311CB21E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1" t="13825" r="8947" b="9737"/>
          <a:stretch>
            <a:fillRect/>
          </a:stretch>
        </p:blipFill>
        <p:spPr>
          <a:xfrm>
            <a:off x="6600391" y="3926195"/>
            <a:ext cx="2359742" cy="2183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50AD0-ED24-F549-7AE6-AB90497A9FF2}"/>
              </a:ext>
            </a:extLst>
          </p:cNvPr>
          <p:cNvSpPr txBox="1"/>
          <p:nvPr/>
        </p:nvSpPr>
        <p:spPr>
          <a:xfrm>
            <a:off x="773521" y="2520672"/>
            <a:ext cx="5419889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</p:spTree>
    <p:extLst>
      <p:ext uri="{BB962C8B-B14F-4D97-AF65-F5344CB8AC3E}">
        <p14:creationId xmlns:p14="http://schemas.microsoft.com/office/powerpoint/2010/main" val="336585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CE1D-E36A-2A95-E6FE-104BD45A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426A38-F39B-17DD-E545-6C9F8F03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Decoupling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B74A5-91A6-FFCC-9395-ECDB6A166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98202F64-C104-4204-4C9F-7D7959DE0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1" t="13825" r="8947" b="9737"/>
          <a:stretch>
            <a:fillRect/>
          </a:stretch>
        </p:blipFill>
        <p:spPr>
          <a:xfrm>
            <a:off x="6600391" y="3926195"/>
            <a:ext cx="2359742" cy="2183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6178C6-D07F-55CA-11AA-0412FBA15841}"/>
              </a:ext>
            </a:extLst>
          </p:cNvPr>
          <p:cNvSpPr txBox="1"/>
          <p:nvPr/>
        </p:nvSpPr>
        <p:spPr>
          <a:xfrm>
            <a:off x="773521" y="2520672"/>
            <a:ext cx="5419889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</p:spTree>
    <p:extLst>
      <p:ext uri="{BB962C8B-B14F-4D97-AF65-F5344CB8AC3E}">
        <p14:creationId xmlns:p14="http://schemas.microsoft.com/office/powerpoint/2010/main" val="411938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11FA-C42E-810B-335F-0FD65EDB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2A5365-EB3A-0FBE-9880-203E0872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Bearing Plate and Stinger Concept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412B-7E29-2346-37C9-836505C30F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0B62C5C5-00FB-1FBB-0F0B-B5F62B5C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1" t="13825" r="8947" b="9737"/>
          <a:stretch>
            <a:fillRect/>
          </a:stretch>
        </p:blipFill>
        <p:spPr>
          <a:xfrm>
            <a:off x="6600391" y="3926195"/>
            <a:ext cx="2359742" cy="2183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84F58-289D-5A84-BB81-0D8748280807}"/>
              </a:ext>
            </a:extLst>
          </p:cNvPr>
          <p:cNvSpPr txBox="1"/>
          <p:nvPr/>
        </p:nvSpPr>
        <p:spPr>
          <a:xfrm>
            <a:off x="773521" y="2520672"/>
            <a:ext cx="5419889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</p:spTree>
    <p:extLst>
      <p:ext uri="{BB962C8B-B14F-4D97-AF65-F5344CB8AC3E}">
        <p14:creationId xmlns:p14="http://schemas.microsoft.com/office/powerpoint/2010/main" val="221936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0451-01A2-F8DA-D2E1-AF9D9056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60E96E-18BE-ACB4-DDCE-F892FD7E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Stinger Design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3A72D-45F5-1BFC-7787-894F6A835B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DA1C20A3-1731-DF45-F009-E1BA07F089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1" t="13825" r="8947" b="9737"/>
          <a:stretch>
            <a:fillRect/>
          </a:stretch>
        </p:blipFill>
        <p:spPr>
          <a:xfrm>
            <a:off x="6600391" y="3926195"/>
            <a:ext cx="2359742" cy="2183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8678A6-2CA1-D17F-4111-3A34A5133AEB}"/>
              </a:ext>
            </a:extLst>
          </p:cNvPr>
          <p:cNvSpPr txBox="1"/>
          <p:nvPr/>
        </p:nvSpPr>
        <p:spPr>
          <a:xfrm>
            <a:off x="773521" y="2520672"/>
            <a:ext cx="5419889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</p:spTree>
    <p:extLst>
      <p:ext uri="{BB962C8B-B14F-4D97-AF65-F5344CB8AC3E}">
        <p14:creationId xmlns:p14="http://schemas.microsoft.com/office/powerpoint/2010/main" val="411549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8679" y="1012552"/>
            <a:ext cx="4675172" cy="715513"/>
          </a:xfrm>
        </p:spPr>
        <p:txBody>
          <a:bodyPr/>
          <a:lstStyle/>
          <a:p>
            <a:r>
              <a:rPr lang="en-US"/>
              <a:t>FEA Model Analysis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138076"/>
          </a:xfrm>
        </p:spPr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5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0B243-17A5-EB62-F904-04E3EAE3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B72D1B-3943-B604-1BFE-11D51B5D5F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7866" y="3637887"/>
            <a:ext cx="4370400" cy="250114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0067F6-35C1-5176-C495-14BE77C5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5" y="1045241"/>
            <a:ext cx="4916689" cy="1438467"/>
          </a:xfrm>
        </p:spPr>
        <p:txBody>
          <a:bodyPr/>
          <a:lstStyle/>
          <a:p>
            <a:pPr lvl="0"/>
            <a:r>
              <a:rPr lang="en-US" sz="2800"/>
              <a:t>Sensor Selection</a:t>
            </a:r>
            <a:endParaRPr lang="en-NZ" sz="28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7EF8C5-EE23-6437-063B-14283489D5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138076"/>
          </a:xfrm>
        </p:spPr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FF06-7669-70E9-A27C-C14085D5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7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670250" y="2958265"/>
            <a:ext cx="3096000" cy="3640243"/>
          </a:xfrm>
        </p:spPr>
        <p:txBody>
          <a:bodyPr/>
          <a:lstStyle/>
          <a:p>
            <a:endParaRPr lang="en-NZ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7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Concept evaluation</a:t>
            </a:r>
            <a:br>
              <a:rPr lang="en-NZ"/>
            </a:b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5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7424-9880-C856-F1A1-BC0C0E55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1B7D5F-E3D0-C5CD-65E6-0D66227CA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60C314-A831-339F-FBD3-A687529C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6" y="1245262"/>
            <a:ext cx="4808534" cy="1177781"/>
          </a:xfrm>
        </p:spPr>
        <p:txBody>
          <a:bodyPr/>
          <a:lstStyle/>
          <a:p>
            <a:r>
              <a:rPr lang="en-NZ"/>
              <a:t>Selected concept: stinger-based platform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554FA5-E567-B9E6-0D63-57E9F0CE13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A94343-4B73-0EA5-D709-E572B5E8FF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212FDC7-38BD-6B74-CC3E-70E00E997A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00DD4-08F7-41E7-B6D1-1384917CD44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83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D541-85C9-9259-F94F-CC051EDB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33C187-23B4-9936-1ADF-1D0401378F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03E1-B185-8572-9B9F-9CCDBEF1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5" y="1245262"/>
            <a:ext cx="4464405" cy="1177781"/>
          </a:xfrm>
        </p:spPr>
        <p:txBody>
          <a:bodyPr/>
          <a:lstStyle/>
          <a:p>
            <a:r>
              <a:rPr lang="en-NZ"/>
              <a:t>How measurement is derived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9729E5-B80F-D32D-D058-A4FBB15A9F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561616-43CF-9A6A-AFCD-A2CF54EBFF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B0EE108-C0D3-2365-0219-1F81E882B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70714-82EF-BDEA-E12E-6B372ED2277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43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DCE7-9FA2-4D58-FD0A-F8F33537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B9566C-C791-AAD2-4ED1-DC88C5C70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2DCDD1-517E-FB67-F5E8-F0AEABFE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4B6DA20-B17F-A91C-AEEF-1675A559D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ACEA95-42C8-1358-336F-2E49A14201D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5BB95C9-5906-0A0F-6D6D-ABB602E01C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A619C-4091-872F-8BB0-473826C17C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29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3262-6F78-F08F-934E-8124E52D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3EFB96-47AA-9ABD-9C25-DFDE1C91F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354201-4EE6-EF98-D82A-A1C9AFE6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A907EA-8CDB-102B-1384-6812E10190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19B7EB-F9CD-FA74-5581-FF8180045B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152D7F-CDF2-5483-FA5D-40C93634E2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8120F-46A2-E2F0-6588-327469F6A85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04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414C-D4C2-1F62-CB39-9C9469C9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7F7DF8-311D-5CB0-5ECB-31E78E028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744395-78F8-C9BF-09E6-0D5E6066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C453367-3769-BA3A-6A38-1ADA25055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F11A4ED-B6AA-4037-67DB-8BC0E88EA1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2AFBF1F-4BD1-CA0E-303C-3DAE0CD72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4A2F3-5F90-40C0-21EA-4C22412C829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6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138076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2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64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5056684"/>
          </a:xfrm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45341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19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3BB6EA-78E0-59B2-74DF-924BBBFCEC48}"/>
              </a:ext>
            </a:extLst>
          </p:cNvPr>
          <p:cNvSpPr txBox="1"/>
          <p:nvPr/>
        </p:nvSpPr>
        <p:spPr>
          <a:xfrm>
            <a:off x="3392129" y="2782669"/>
            <a:ext cx="2359742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3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290335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/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345</Words>
  <Application>Microsoft Office PowerPoint</Application>
  <PresentationFormat>On-screen Show (4:3)</PresentationFormat>
  <Paragraphs>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Verdana</vt:lpstr>
      <vt:lpstr>Custom Design</vt:lpstr>
      <vt:lpstr>Development of a Microvibration and Torque Measurement Device for Reaction Wheel Assemblies</vt:lpstr>
      <vt:lpstr>Problem Statement</vt:lpstr>
      <vt:lpstr>Objective &amp; Current Solutions</vt:lpstr>
      <vt:lpstr>State of the Art</vt:lpstr>
      <vt:lpstr>Measurement Requirements</vt:lpstr>
      <vt:lpstr>First Concept: Ring Plate</vt:lpstr>
      <vt:lpstr>Decoupling Problem</vt:lpstr>
      <vt:lpstr>Bearing Plate and Stinger Concept</vt:lpstr>
      <vt:lpstr>Stinger Design Analysis</vt:lpstr>
      <vt:lpstr>FEA Model Analysis</vt:lpstr>
      <vt:lpstr>Sensor Selection</vt:lpstr>
      <vt:lpstr>Next Steps</vt:lpstr>
      <vt:lpstr>Concept evaluation </vt:lpstr>
      <vt:lpstr>Selected concept: stinger-based platform</vt:lpstr>
      <vt:lpstr>How measurement is derived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Sonia Tenreiro</dc:creator>
  <cp:lastModifiedBy>Matthew McGill</cp:lastModifiedBy>
  <cp:revision>1</cp:revision>
  <dcterms:created xsi:type="dcterms:W3CDTF">2015-05-10T23:22:16Z</dcterms:created>
  <dcterms:modified xsi:type="dcterms:W3CDTF">2026-07-30T22:17:48Z</dcterms:modified>
</cp:coreProperties>
</file>