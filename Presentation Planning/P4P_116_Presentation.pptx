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89" r:id="rId4"/>
    <p:sldId id="282" r:id="rId5"/>
    <p:sldId id="287" r:id="rId6"/>
    <p:sldId id="288" r:id="rId7"/>
    <p:sldId id="285" r:id="rId8"/>
    <p:sldId id="284" r:id="rId9"/>
    <p:sldId id="278" r:id="rId10"/>
    <p:sldId id="258" r:id="rId11"/>
    <p:sldId id="272" r:id="rId12"/>
    <p:sldId id="259" r:id="rId13"/>
    <p:sldId id="28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">
          <p15:clr>
            <a:srgbClr val="A4A3A4"/>
          </p15:clr>
        </p15:guide>
        <p15:guide id="2" pos="55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1163"/>
    <a:srgbClr val="3A1450"/>
    <a:srgbClr val="001363"/>
    <a:srgbClr val="351263"/>
    <a:srgbClr val="469816"/>
    <a:srgbClr val="DBA51C"/>
    <a:srgbClr val="DB520D"/>
    <a:srgbClr val="760053"/>
    <a:srgbClr val="B10020"/>
    <a:srgbClr val="C10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C6823-687A-411D-9136-19ED9FCD31C0}" v="946" dt="2026-07-30T22:16:40.196"/>
    <p1510:client id="{79DECF9E-1784-49CC-B84F-732BD6FB834A}" v="231" dt="2026-07-31T03:37:28.522"/>
    <p1510:client id="{A5817CFB-DEA2-4D41-9FE7-32FC6FFACBE8}" v="1697" dt="2026-07-31T03:56:06.587"/>
    <p1510:client id="{E1E51076-ABF2-4F4E-9D16-107D3FE7BE9E}" v="2101" dt="2026-07-31T03:47:22.703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23"/>
        <p:guide pos="553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McGill" userId="b6269137-6573-4e3c-acce-52235e626b36" providerId="ADAL" clId="{400AEEB2-773B-4AD0-B16C-182089681765}"/>
    <pc:docChg chg="undo custSel addSld delSld modSld sldOrd">
      <pc:chgData name="Matthew McGill" userId="b6269137-6573-4e3c-acce-52235e626b36" providerId="ADAL" clId="{400AEEB2-773B-4AD0-B16C-182089681765}" dt="2026-07-31T03:47:22.703" v="2103" actId="20577"/>
      <pc:docMkLst>
        <pc:docMk/>
      </pc:docMkLst>
      <pc:sldChg chg="modSp mod">
        <pc:chgData name="Matthew McGill" userId="b6269137-6573-4e3c-acce-52235e626b36" providerId="ADAL" clId="{400AEEB2-773B-4AD0-B16C-182089681765}" dt="2026-07-30T22:50:49.318" v="3" actId="1076"/>
        <pc:sldMkLst>
          <pc:docMk/>
          <pc:sldMk cId="4287699907" sldId="257"/>
        </pc:sldMkLst>
        <pc:spChg chg="mod">
          <ac:chgData name="Matthew McGill" userId="b6269137-6573-4e3c-acce-52235e626b36" providerId="ADAL" clId="{400AEEB2-773B-4AD0-B16C-182089681765}" dt="2026-07-30T22:50:49.031" v="2" actId="1076"/>
          <ac:spMkLst>
            <pc:docMk/>
            <pc:sldMk cId="4287699907" sldId="257"/>
            <ac:spMk id="3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0:49.318" v="3" actId="1076"/>
          <ac:spMkLst>
            <pc:docMk/>
            <pc:sldMk cId="4287699907" sldId="257"/>
            <ac:spMk id="8" creationId="{260401E3-352E-F726-2BFA-7AA76B80B7E6}"/>
          </ac:spMkLst>
        </pc:spChg>
      </pc:sldChg>
      <pc:sldChg chg="addSp delSp modSp mod modNotesTx">
        <pc:chgData name="Matthew McGill" userId="b6269137-6573-4e3c-acce-52235e626b36" providerId="ADAL" clId="{400AEEB2-773B-4AD0-B16C-182089681765}" dt="2026-07-31T02:12:05.221" v="1335" actId="1076"/>
        <pc:sldMkLst>
          <pc:docMk/>
          <pc:sldMk cId="617056607" sldId="258"/>
        </pc:sldMkLst>
        <pc:spChg chg="del mod">
          <ac:chgData name="Matthew McGill" userId="b6269137-6573-4e3c-acce-52235e626b36" providerId="ADAL" clId="{400AEEB2-773B-4AD0-B16C-182089681765}" dt="2026-07-30T22:58:17.531" v="55" actId="478"/>
          <ac:spMkLst>
            <pc:docMk/>
            <pc:sldMk cId="617056607" sldId="258"/>
            <ac:spMk id="6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0T23:41:35.834" v="149" actId="478"/>
          <ac:spMkLst>
            <pc:docMk/>
            <pc:sldMk cId="617056607" sldId="258"/>
            <ac:spMk id="7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0T23:26:57.010" v="131" actId="21"/>
          <ac:spMkLst>
            <pc:docMk/>
            <pc:sldMk cId="617056607" sldId="258"/>
            <ac:spMk id="9" creationId="{00000000-0000-0000-0000-000000000000}"/>
          </ac:spMkLst>
        </pc:spChg>
        <pc:spChg chg="add mod">
          <ac:chgData name="Matthew McGill" userId="b6269137-6573-4e3c-acce-52235e626b36" providerId="ADAL" clId="{400AEEB2-773B-4AD0-B16C-182089681765}" dt="2026-07-31T02:08:54.918" v="1321" actId="1076"/>
          <ac:spMkLst>
            <pc:docMk/>
            <pc:sldMk cId="617056607" sldId="258"/>
            <ac:spMk id="12" creationId="{D74ED4FC-DB04-C232-D5C6-8D4AB6B57C5D}"/>
          </ac:spMkLst>
        </pc:spChg>
        <pc:graphicFrameChg chg="mod modGraphic">
          <ac:chgData name="Matthew McGill" userId="b6269137-6573-4e3c-acce-52235e626b36" providerId="ADAL" clId="{400AEEB2-773B-4AD0-B16C-182089681765}" dt="2026-07-31T02:09:22.408" v="1328" actId="1076"/>
          <ac:graphicFrameMkLst>
            <pc:docMk/>
            <pc:sldMk cId="617056607" sldId="258"/>
            <ac:graphicFrameMk id="8" creationId="{00000000-0000-0000-0000-000000000000}"/>
          </ac:graphicFrameMkLst>
        </pc:graphicFrameChg>
        <pc:picChg chg="add mod">
          <ac:chgData name="Matthew McGill" userId="b6269137-6573-4e3c-acce-52235e626b36" providerId="ADAL" clId="{400AEEB2-773B-4AD0-B16C-182089681765}" dt="2026-07-31T02:12:01.384" v="1333" actId="1076"/>
          <ac:picMkLst>
            <pc:docMk/>
            <pc:sldMk cId="617056607" sldId="258"/>
            <ac:picMk id="3" creationId="{5EEBFBFF-42C5-6FAD-3FB6-1FC7DE46D1EC}"/>
          </ac:picMkLst>
        </pc:picChg>
        <pc:picChg chg="add del mod">
          <ac:chgData name="Matthew McGill" userId="b6269137-6573-4e3c-acce-52235e626b36" providerId="ADAL" clId="{400AEEB2-773B-4AD0-B16C-182089681765}" dt="2026-07-30T22:59:25.949" v="63" actId="478"/>
          <ac:picMkLst>
            <pc:docMk/>
            <pc:sldMk cId="617056607" sldId="258"/>
            <ac:picMk id="3" creationId="{FA56C45D-AEBC-669F-B56E-070369B82663}"/>
          </ac:picMkLst>
        </pc:picChg>
        <pc:picChg chg="add mod modCrop">
          <ac:chgData name="Matthew McGill" userId="b6269137-6573-4e3c-acce-52235e626b36" providerId="ADAL" clId="{400AEEB2-773B-4AD0-B16C-182089681765}" dt="2026-07-31T02:12:05.221" v="1335" actId="1076"/>
          <ac:picMkLst>
            <pc:docMk/>
            <pc:sldMk cId="617056607" sldId="258"/>
            <ac:picMk id="11" creationId="{0A3923B3-91DB-C042-BDD7-7AD328DFF5A4}"/>
          </ac:picMkLst>
        </pc:picChg>
      </pc:sldChg>
      <pc:sldChg chg="addSp delSp modSp mod">
        <pc:chgData name="Matthew McGill" userId="b6269137-6573-4e3c-acce-52235e626b36" providerId="ADAL" clId="{400AEEB2-773B-4AD0-B16C-182089681765}" dt="2026-07-31T02:49:01.971" v="1891" actId="20577"/>
        <pc:sldMkLst>
          <pc:docMk/>
          <pc:sldMk cId="2755979249" sldId="259"/>
        </pc:sldMkLst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6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1T02:48:44.566" v="1880" actId="20577"/>
          <ac:spMkLst>
            <pc:docMk/>
            <pc:sldMk cId="2755979249" sldId="259"/>
            <ac:spMk id="7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8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9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1T02:49:01.971" v="1891" actId="20577"/>
          <ac:spMkLst>
            <pc:docMk/>
            <pc:sldMk cId="2755979249" sldId="259"/>
            <ac:spMk id="10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11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12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13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15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2:57:38.548" v="53" actId="1076"/>
          <ac:spMkLst>
            <pc:docMk/>
            <pc:sldMk cId="2755979249" sldId="259"/>
            <ac:spMk id="16" creationId="{00000000-0000-0000-0000-000000000000}"/>
          </ac:spMkLst>
        </pc:spChg>
        <pc:spChg chg="del">
          <ac:chgData name="Matthew McGill" userId="b6269137-6573-4e3c-acce-52235e626b36" providerId="ADAL" clId="{400AEEB2-773B-4AD0-B16C-182089681765}" dt="2026-07-30T22:57:11.609" v="48" actId="478"/>
          <ac:spMkLst>
            <pc:docMk/>
            <pc:sldMk cId="2755979249" sldId="259"/>
            <ac:spMk id="17" creationId="{00000000-0000-0000-0000-000000000000}"/>
          </ac:spMkLst>
        </pc:spChg>
        <pc:spChg chg="del">
          <ac:chgData name="Matthew McGill" userId="b6269137-6573-4e3c-acce-52235e626b36" providerId="ADAL" clId="{400AEEB2-773B-4AD0-B16C-182089681765}" dt="2026-07-30T22:57:12.767" v="51" actId="478"/>
          <ac:spMkLst>
            <pc:docMk/>
            <pc:sldMk cId="2755979249" sldId="259"/>
            <ac:spMk id="18" creationId="{00000000-0000-0000-0000-000000000000}"/>
          </ac:spMkLst>
        </pc:spChg>
        <pc:spChg chg="add del mod">
          <ac:chgData name="Matthew McGill" userId="b6269137-6573-4e3c-acce-52235e626b36" providerId="ADAL" clId="{400AEEB2-773B-4AD0-B16C-182089681765}" dt="2026-07-30T22:57:12.170" v="50" actId="478"/>
          <ac:spMkLst>
            <pc:docMk/>
            <pc:sldMk cId="2755979249" sldId="259"/>
            <ac:spMk id="19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0T22:55:26.460" v="6" actId="478"/>
          <ac:spMkLst>
            <pc:docMk/>
            <pc:sldMk cId="2755979249" sldId="259"/>
            <ac:spMk id="20" creationId="{00000000-0000-0000-0000-000000000000}"/>
          </ac:spMkLst>
        </pc:spChg>
        <pc:spChg chg="mod">
          <ac:chgData name="Matthew McGill" userId="b6269137-6573-4e3c-acce-52235e626b36" providerId="ADAL" clId="{400AEEB2-773B-4AD0-B16C-182089681765}" dt="2026-07-30T23:24:31.267" v="130" actId="20577"/>
          <ac:spMkLst>
            <pc:docMk/>
            <pc:sldMk cId="2755979249" sldId="259"/>
            <ac:spMk id="21" creationId="{00000000-0000-0000-0000-000000000000}"/>
          </ac:spMkLst>
        </pc:spChg>
      </pc:sldChg>
      <pc:sldChg chg="addSp delSp modSp mod">
        <pc:chgData name="Matthew McGill" userId="b6269137-6573-4e3c-acce-52235e626b36" providerId="ADAL" clId="{400AEEB2-773B-4AD0-B16C-182089681765}" dt="2026-07-31T03:42:16.826" v="2100" actId="14100"/>
        <pc:sldMkLst>
          <pc:docMk/>
          <pc:sldMk cId="3672877498" sldId="272"/>
        </pc:sldMkLst>
        <pc:spChg chg="mod">
          <ac:chgData name="Matthew McGill" userId="b6269137-6573-4e3c-acce-52235e626b36" providerId="ADAL" clId="{400AEEB2-773B-4AD0-B16C-182089681765}" dt="2026-07-31T02:43:56.264" v="1832" actId="20577"/>
          <ac:spMkLst>
            <pc:docMk/>
            <pc:sldMk cId="3672877498" sldId="272"/>
            <ac:spMk id="5" creationId="{500067F6-35C1-5176-C495-14BE77C5F745}"/>
          </ac:spMkLst>
        </pc:spChg>
        <pc:spChg chg="del mod">
          <ac:chgData name="Matthew McGill" userId="b6269137-6573-4e3c-acce-52235e626b36" providerId="ADAL" clId="{400AEEB2-773B-4AD0-B16C-182089681765}" dt="2026-07-31T00:47:34.954" v="719" actId="478"/>
          <ac:spMkLst>
            <pc:docMk/>
            <pc:sldMk cId="3672877498" sldId="272"/>
            <ac:spMk id="6" creationId="{DFB72D1B-3943-B604-1BFE-11D51B5D5F49}"/>
          </ac:spMkLst>
        </pc:spChg>
        <pc:spChg chg="del">
          <ac:chgData name="Matthew McGill" userId="b6269137-6573-4e3c-acce-52235e626b36" providerId="ADAL" clId="{400AEEB2-773B-4AD0-B16C-182089681765}" dt="2026-07-31T00:45:17.206" v="677" actId="478"/>
          <ac:spMkLst>
            <pc:docMk/>
            <pc:sldMk cId="3672877498" sldId="272"/>
            <ac:spMk id="7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1T00:46:06.098" v="703" actId="478"/>
          <ac:spMkLst>
            <pc:docMk/>
            <pc:sldMk cId="3672877498" sldId="272"/>
            <ac:spMk id="9" creationId="{00000000-0000-0000-0000-000000000000}"/>
          </ac:spMkLst>
        </pc:spChg>
        <pc:graphicFrameChg chg="mod modGraphic">
          <ac:chgData name="Matthew McGill" userId="b6269137-6573-4e3c-acce-52235e626b36" providerId="ADAL" clId="{400AEEB2-773B-4AD0-B16C-182089681765}" dt="2026-07-31T03:42:16.826" v="2100" actId="14100"/>
          <ac:graphicFrameMkLst>
            <pc:docMk/>
            <pc:sldMk cId="3672877498" sldId="272"/>
            <ac:graphicFrameMk id="8" creationId="{00000000-0000-0000-0000-000000000000}"/>
          </ac:graphicFrameMkLst>
        </pc:graphicFrameChg>
        <pc:picChg chg="add mod">
          <ac:chgData name="Matthew McGill" userId="b6269137-6573-4e3c-acce-52235e626b36" providerId="ADAL" clId="{400AEEB2-773B-4AD0-B16C-182089681765}" dt="2026-07-31T02:57:02.880" v="1920" actId="1076"/>
          <ac:picMkLst>
            <pc:docMk/>
            <pc:sldMk cId="3672877498" sldId="272"/>
            <ac:picMk id="3" creationId="{17F8B184-D4BC-47AD-C683-F152CAE2B81B}"/>
          </ac:picMkLst>
        </pc:picChg>
        <pc:picChg chg="add mod ord">
          <ac:chgData name="Matthew McGill" userId="b6269137-6573-4e3c-acce-52235e626b36" providerId="ADAL" clId="{400AEEB2-773B-4AD0-B16C-182089681765}" dt="2026-07-31T02:56:03.887" v="1908" actId="1076"/>
          <ac:picMkLst>
            <pc:docMk/>
            <pc:sldMk cId="3672877498" sldId="272"/>
            <ac:picMk id="11" creationId="{77E01789-B044-D836-38F7-EF389C0135AF}"/>
          </ac:picMkLst>
        </pc:picChg>
      </pc:sldChg>
      <pc:sldChg chg="addSp delSp modSp mod">
        <pc:chgData name="Matthew McGill" userId="b6269137-6573-4e3c-acce-52235e626b36" providerId="ADAL" clId="{400AEEB2-773B-4AD0-B16C-182089681765}" dt="2026-07-30T23:03:25.472" v="105" actId="20577"/>
        <pc:sldMkLst>
          <pc:docMk/>
          <pc:sldMk cId="3780098730" sldId="273"/>
        </pc:sldMkLst>
        <pc:spChg chg="del">
          <ac:chgData name="Matthew McGill" userId="b6269137-6573-4e3c-acce-52235e626b36" providerId="ADAL" clId="{400AEEB2-773B-4AD0-B16C-182089681765}" dt="2026-07-30T23:02:24.850" v="73" actId="478"/>
          <ac:spMkLst>
            <pc:docMk/>
            <pc:sldMk cId="3780098730" sldId="273"/>
            <ac:spMk id="10" creationId="{00000000-0000-0000-0000-000000000000}"/>
          </ac:spMkLst>
        </pc:spChg>
        <pc:spChg chg="add del mod">
          <ac:chgData name="Matthew McGill" userId="b6269137-6573-4e3c-acce-52235e626b36" providerId="ADAL" clId="{400AEEB2-773B-4AD0-B16C-182089681765}" dt="2026-07-30T23:03:25.472" v="105" actId="20577"/>
          <ac:spMkLst>
            <pc:docMk/>
            <pc:sldMk cId="3780098730" sldId="273"/>
            <ac:spMk id="11" creationId="{00000000-0000-0000-0000-000000000000}"/>
          </ac:spMkLst>
        </pc:spChg>
        <pc:picChg chg="add mod ord">
          <ac:chgData name="Matthew McGill" userId="b6269137-6573-4e3c-acce-52235e626b36" providerId="ADAL" clId="{400AEEB2-773B-4AD0-B16C-182089681765}" dt="2026-07-30T23:02:31.978" v="75" actId="1076"/>
          <ac:picMkLst>
            <pc:docMk/>
            <pc:sldMk cId="3780098730" sldId="273"/>
            <ac:picMk id="5" creationId="{8851274E-B4BD-9504-6CE5-A811BFA0CEE2}"/>
          </ac:picMkLst>
        </pc:picChg>
      </pc:sldChg>
      <pc:sldChg chg="addSp delSp modSp del mod ord">
        <pc:chgData name="Matthew McGill" userId="b6269137-6573-4e3c-acce-52235e626b36" providerId="ADAL" clId="{400AEEB2-773B-4AD0-B16C-182089681765}" dt="2026-07-31T02:49:06.736" v="1892" actId="2696"/>
        <pc:sldMkLst>
          <pc:docMk/>
          <pc:sldMk cId="3365855906" sldId="275"/>
        </pc:sldMkLst>
        <pc:spChg chg="mod">
          <ac:chgData name="Matthew McGill" userId="b6269137-6573-4e3c-acce-52235e626b36" providerId="ADAL" clId="{400AEEB2-773B-4AD0-B16C-182089681765}" dt="2026-07-31T00:46:20.136" v="713" actId="20577"/>
          <ac:spMkLst>
            <pc:docMk/>
            <pc:sldMk cId="3365855906" sldId="275"/>
            <ac:spMk id="3" creationId="{7E6C6D7C-0C8C-CBF9-DEB6-393B5C159125}"/>
          </ac:spMkLst>
        </pc:spChg>
        <pc:spChg chg="del mod">
          <ac:chgData name="Matthew McGill" userId="b6269137-6573-4e3c-acce-52235e626b36" providerId="ADAL" clId="{400AEEB2-773B-4AD0-B16C-182089681765}" dt="2026-07-31T00:57:12.031" v="894" actId="478"/>
          <ac:spMkLst>
            <pc:docMk/>
            <pc:sldMk cId="3365855906" sldId="275"/>
            <ac:spMk id="8" creationId="{95650AD0-ED24-F549-7AE6-AB90497A9FF2}"/>
          </ac:spMkLst>
        </pc:spChg>
        <pc:spChg chg="del">
          <ac:chgData name="Matthew McGill" userId="b6269137-6573-4e3c-acce-52235e626b36" providerId="ADAL" clId="{400AEEB2-773B-4AD0-B16C-182089681765}" dt="2026-07-31T00:52:04.729" v="764" actId="478"/>
          <ac:spMkLst>
            <pc:docMk/>
            <pc:sldMk cId="3365855906" sldId="275"/>
            <ac:spMk id="9" creationId="{00000000-0000-0000-0000-000000000000}"/>
          </ac:spMkLst>
        </pc:spChg>
        <pc:spChg chg="del">
          <ac:chgData name="Matthew McGill" userId="b6269137-6573-4e3c-acce-52235e626b36" providerId="ADAL" clId="{400AEEB2-773B-4AD0-B16C-182089681765}" dt="2026-07-31T00:52:06.277" v="765" actId="478"/>
          <ac:spMkLst>
            <pc:docMk/>
            <pc:sldMk cId="3365855906" sldId="275"/>
            <ac:spMk id="10" creationId="{00000000-0000-0000-0000-000000000000}"/>
          </ac:spMkLst>
        </pc:spChg>
        <pc:picChg chg="add del mod">
          <ac:chgData name="Matthew McGill" userId="b6269137-6573-4e3c-acce-52235e626b36" providerId="ADAL" clId="{400AEEB2-773B-4AD0-B16C-182089681765}" dt="2026-07-31T01:15:19.406" v="1097" actId="478"/>
          <ac:picMkLst>
            <pc:docMk/>
            <pc:sldMk cId="3365855906" sldId="275"/>
            <ac:picMk id="5" creationId="{5653AD9A-137A-7770-A725-2E8CDB7E5BCB}"/>
          </ac:picMkLst>
        </pc:picChg>
        <pc:picChg chg="add mod modCrop">
          <ac:chgData name="Matthew McGill" userId="b6269137-6573-4e3c-acce-52235e626b36" providerId="ADAL" clId="{400AEEB2-773B-4AD0-B16C-182089681765}" dt="2026-07-31T01:53:07.998" v="1228" actId="1076"/>
          <ac:picMkLst>
            <pc:docMk/>
            <pc:sldMk cId="3365855906" sldId="275"/>
            <ac:picMk id="7" creationId="{9687D922-0FD9-8B8E-CCA9-BF22D92B35F2}"/>
          </ac:picMkLst>
        </pc:picChg>
      </pc:sldChg>
      <pc:sldChg chg="modSp mod ord">
        <pc:chgData name="Matthew McGill" userId="b6269137-6573-4e3c-acce-52235e626b36" providerId="ADAL" clId="{400AEEB2-773B-4AD0-B16C-182089681765}" dt="2026-07-31T02:24:20.324" v="1566" actId="20577"/>
        <pc:sldMkLst>
          <pc:docMk/>
          <pc:sldMk cId="4119382516" sldId="276"/>
        </pc:sldMkLst>
        <pc:spChg chg="mod">
          <ac:chgData name="Matthew McGill" userId="b6269137-6573-4e3c-acce-52235e626b36" providerId="ADAL" clId="{400AEEB2-773B-4AD0-B16C-182089681765}" dt="2026-07-31T02:24:20.324" v="1566" actId="20577"/>
          <ac:spMkLst>
            <pc:docMk/>
            <pc:sldMk cId="4119382516" sldId="276"/>
            <ac:spMk id="8" creationId="{046178C6-D07F-55CA-11AA-0412FBA15841}"/>
          </ac:spMkLst>
        </pc:spChg>
      </pc:sldChg>
      <pc:sldChg chg="addSp delSp modSp del mod ord">
        <pc:chgData name="Matthew McGill" userId="b6269137-6573-4e3c-acce-52235e626b36" providerId="ADAL" clId="{400AEEB2-773B-4AD0-B16C-182089681765}" dt="2026-07-31T02:42:51.621" v="1831" actId="2696"/>
        <pc:sldMkLst>
          <pc:docMk/>
          <pc:sldMk cId="2219360331" sldId="277"/>
        </pc:sldMkLst>
        <pc:spChg chg="mod">
          <ac:chgData name="Matthew McGill" userId="b6269137-6573-4e3c-acce-52235e626b36" providerId="ADAL" clId="{400AEEB2-773B-4AD0-B16C-182089681765}" dt="2026-07-31T00:29:12.769" v="382" actId="20577"/>
          <ac:spMkLst>
            <pc:docMk/>
            <pc:sldMk cId="2219360331" sldId="277"/>
            <ac:spMk id="3" creationId="{042A5365-EB3A-0FBE-9880-203E08725564}"/>
          </ac:spMkLst>
        </pc:spChg>
        <pc:spChg chg="add del mod">
          <ac:chgData name="Matthew McGill" userId="b6269137-6573-4e3c-acce-52235e626b36" providerId="ADAL" clId="{400AEEB2-773B-4AD0-B16C-182089681765}" dt="2026-07-31T00:27:29.657" v="348"/>
          <ac:spMkLst>
            <pc:docMk/>
            <pc:sldMk cId="2219360331" sldId="277"/>
            <ac:spMk id="7" creationId="{D63F9327-5727-5356-3692-1B540CA98ADC}"/>
          </ac:spMkLst>
        </pc:spChg>
        <pc:spChg chg="del mod">
          <ac:chgData name="Matthew McGill" userId="b6269137-6573-4e3c-acce-52235e626b36" providerId="ADAL" clId="{400AEEB2-773B-4AD0-B16C-182089681765}" dt="2026-07-31T00:31:22.979" v="453" actId="478"/>
          <ac:spMkLst>
            <pc:docMk/>
            <pc:sldMk cId="2219360331" sldId="277"/>
            <ac:spMk id="8" creationId="{CFE84F58-289D-5A84-BB81-0D8748280807}"/>
          </ac:spMkLst>
        </pc:spChg>
        <pc:spChg chg="del">
          <ac:chgData name="Matthew McGill" userId="b6269137-6573-4e3c-acce-52235e626b36" providerId="ADAL" clId="{400AEEB2-773B-4AD0-B16C-182089681765}" dt="2026-07-30T23:53:03.465" v="233" actId="478"/>
          <ac:spMkLst>
            <pc:docMk/>
            <pc:sldMk cId="2219360331" sldId="277"/>
            <ac:spMk id="9" creationId="{00000000-0000-0000-0000-000000000000}"/>
          </ac:spMkLst>
        </pc:spChg>
        <pc:spChg chg="add mod">
          <ac:chgData name="Matthew McGill" userId="b6269137-6573-4e3c-acce-52235e626b36" providerId="ADAL" clId="{400AEEB2-773B-4AD0-B16C-182089681765}" dt="2026-07-31T00:34:02.948" v="587" actId="20577"/>
          <ac:spMkLst>
            <pc:docMk/>
            <pc:sldMk cId="2219360331" sldId="277"/>
            <ac:spMk id="9" creationId="{DA62DFDC-1660-1F1D-08A3-4D0AC884D6C2}"/>
          </ac:spMkLst>
        </pc:spChg>
        <pc:spChg chg="del mod">
          <ac:chgData name="Matthew McGill" userId="b6269137-6573-4e3c-acce-52235e626b36" providerId="ADAL" clId="{400AEEB2-773B-4AD0-B16C-182089681765}" dt="2026-07-31T00:26:46.427" v="328" actId="478"/>
          <ac:spMkLst>
            <pc:docMk/>
            <pc:sldMk cId="2219360331" sldId="277"/>
            <ac:spMk id="10" creationId="{00000000-0000-0000-0000-000000000000}"/>
          </ac:spMkLst>
        </pc:spChg>
        <pc:spChg chg="add mod">
          <ac:chgData name="Matthew McGill" userId="b6269137-6573-4e3c-acce-52235e626b36" providerId="ADAL" clId="{400AEEB2-773B-4AD0-B16C-182089681765}" dt="2026-07-31T00:34:25.748" v="631" actId="20577"/>
          <ac:spMkLst>
            <pc:docMk/>
            <pc:sldMk cId="2219360331" sldId="277"/>
            <ac:spMk id="12" creationId="{08FB9831-320E-CE91-0708-D9505C591D99}"/>
          </ac:spMkLst>
        </pc:spChg>
        <pc:picChg chg="add mod ord">
          <ac:chgData name="Matthew McGill" userId="b6269137-6573-4e3c-acce-52235e626b36" providerId="ADAL" clId="{400AEEB2-773B-4AD0-B16C-182089681765}" dt="2026-07-31T00:29:04.232" v="373" actId="1076"/>
          <ac:picMkLst>
            <pc:docMk/>
            <pc:sldMk cId="2219360331" sldId="277"/>
            <ac:picMk id="5" creationId="{90E00374-3506-3A0F-F4B7-E7DC52D02C33}"/>
          </ac:picMkLst>
        </pc:picChg>
        <pc:picChg chg="add mod">
          <ac:chgData name="Matthew McGill" userId="b6269137-6573-4e3c-acce-52235e626b36" providerId="ADAL" clId="{400AEEB2-773B-4AD0-B16C-182089681765}" dt="2026-07-31T00:27:08.611" v="343" actId="1076"/>
          <ac:picMkLst>
            <pc:docMk/>
            <pc:sldMk cId="2219360331" sldId="277"/>
            <ac:picMk id="6" creationId="{6C485DB7-C934-E8E0-86CC-FA43C253A7B5}"/>
          </ac:picMkLst>
        </pc:picChg>
      </pc:sldChg>
      <pc:sldChg chg="addSp delSp modSp mod ord">
        <pc:chgData name="Matthew McGill" userId="b6269137-6573-4e3c-acce-52235e626b36" providerId="ADAL" clId="{400AEEB2-773B-4AD0-B16C-182089681765}" dt="2026-07-31T02:40:52.326" v="1830" actId="1076"/>
        <pc:sldMkLst>
          <pc:docMk/>
          <pc:sldMk cId="4115491787" sldId="278"/>
        </pc:sldMkLst>
        <pc:spChg chg="mod">
          <ac:chgData name="Matthew McGill" userId="b6269137-6573-4e3c-acce-52235e626b36" providerId="ADAL" clId="{400AEEB2-773B-4AD0-B16C-182089681765}" dt="2026-07-30T23:49:49.585" v="221" actId="1076"/>
          <ac:spMkLst>
            <pc:docMk/>
            <pc:sldMk cId="4115491787" sldId="278"/>
            <ac:spMk id="3" creationId="{DA60E96E-18BE-ACB4-DDCE-F892FD7ED7AB}"/>
          </ac:spMkLst>
        </pc:spChg>
        <pc:spChg chg="del mod">
          <ac:chgData name="Matthew McGill" userId="b6269137-6573-4e3c-acce-52235e626b36" providerId="ADAL" clId="{400AEEB2-773B-4AD0-B16C-182089681765}" dt="2026-07-30T23:49:34.498" v="214" actId="478"/>
          <ac:spMkLst>
            <pc:docMk/>
            <pc:sldMk cId="4115491787" sldId="278"/>
            <ac:spMk id="5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1T00:11:23.005" v="298" actId="21"/>
          <ac:spMkLst>
            <pc:docMk/>
            <pc:sldMk cId="4115491787" sldId="278"/>
            <ac:spMk id="6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1T00:11:23.005" v="298" actId="21"/>
          <ac:spMkLst>
            <pc:docMk/>
            <pc:sldMk cId="4115491787" sldId="278"/>
            <ac:spMk id="7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1T00:11:23.005" v="298" actId="21"/>
          <ac:spMkLst>
            <pc:docMk/>
            <pc:sldMk cId="4115491787" sldId="278"/>
            <ac:spMk id="8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1T00:11:23.005" v="298" actId="21"/>
          <ac:spMkLst>
            <pc:docMk/>
            <pc:sldMk cId="4115491787" sldId="278"/>
            <ac:spMk id="9" creationId="{00000000-0000-0000-0000-000000000000}"/>
          </ac:spMkLst>
        </pc:spChg>
        <pc:spChg chg="del mod">
          <ac:chgData name="Matthew McGill" userId="b6269137-6573-4e3c-acce-52235e626b36" providerId="ADAL" clId="{400AEEB2-773B-4AD0-B16C-182089681765}" dt="2026-07-30T23:49:44.151" v="219" actId="478"/>
          <ac:spMkLst>
            <pc:docMk/>
            <pc:sldMk cId="4115491787" sldId="278"/>
            <ac:spMk id="11" creationId="{00000000-0000-0000-0000-000000000000}"/>
          </ac:spMkLst>
        </pc:spChg>
        <pc:spChg chg="add del mod">
          <ac:chgData name="Matthew McGill" userId="b6269137-6573-4e3c-acce-52235e626b36" providerId="ADAL" clId="{400AEEB2-773B-4AD0-B16C-182089681765}" dt="2026-07-30T23:58:34.588" v="251" actId="478"/>
          <ac:spMkLst>
            <pc:docMk/>
            <pc:sldMk cId="4115491787" sldId="278"/>
            <ac:spMk id="16" creationId="{8B26F171-2535-D788-4794-CE71613172F0}"/>
          </ac:spMkLst>
        </pc:spChg>
        <pc:spChg chg="add mod">
          <ac:chgData name="Matthew McGill" userId="b6269137-6573-4e3c-acce-52235e626b36" providerId="ADAL" clId="{400AEEB2-773B-4AD0-B16C-182089681765}" dt="2026-07-31T00:12:19.632" v="315" actId="1076"/>
          <ac:spMkLst>
            <pc:docMk/>
            <pc:sldMk cId="4115491787" sldId="278"/>
            <ac:spMk id="17" creationId="{0310A642-124B-B210-E453-A168B1C43589}"/>
          </ac:spMkLst>
        </pc:spChg>
        <pc:spChg chg="add mod">
          <ac:chgData name="Matthew McGill" userId="b6269137-6573-4e3c-acce-52235e626b36" providerId="ADAL" clId="{400AEEB2-773B-4AD0-B16C-182089681765}" dt="2026-07-31T00:12:42.819" v="323" actId="1076"/>
          <ac:spMkLst>
            <pc:docMk/>
            <pc:sldMk cId="4115491787" sldId="278"/>
            <ac:spMk id="23" creationId="{2EB0A702-B053-A390-F0D3-C08DFABD74C4}"/>
          </ac:spMkLst>
        </pc:spChg>
        <pc:spChg chg="add mod">
          <ac:chgData name="Matthew McGill" userId="b6269137-6573-4e3c-acce-52235e626b36" providerId="ADAL" clId="{400AEEB2-773B-4AD0-B16C-182089681765}" dt="2026-07-31T02:02:58.438" v="1283" actId="1076"/>
          <ac:spMkLst>
            <pc:docMk/>
            <pc:sldMk cId="4115491787" sldId="278"/>
            <ac:spMk id="29" creationId="{0175D272-67CD-982E-4D35-B7337ABC0D9E}"/>
          </ac:spMkLst>
        </pc:spChg>
        <pc:graphicFrameChg chg="mod modGraphic">
          <ac:chgData name="Matthew McGill" userId="b6269137-6573-4e3c-acce-52235e626b36" providerId="ADAL" clId="{400AEEB2-773B-4AD0-B16C-182089681765}" dt="2026-07-31T02:29:51.376" v="1575" actId="20577"/>
          <ac:graphicFrameMkLst>
            <pc:docMk/>
            <pc:sldMk cId="4115491787" sldId="278"/>
            <ac:graphicFrameMk id="10" creationId="{00000000-0000-0000-0000-000000000000}"/>
          </ac:graphicFrameMkLst>
        </pc:graphicFrameChg>
        <pc:picChg chg="add mod ord modCrop">
          <ac:chgData name="Matthew McGill" userId="b6269137-6573-4e3c-acce-52235e626b36" providerId="ADAL" clId="{400AEEB2-773B-4AD0-B16C-182089681765}" dt="2026-07-31T02:03:04.661" v="1285" actId="1076"/>
          <ac:picMkLst>
            <pc:docMk/>
            <pc:sldMk cId="4115491787" sldId="278"/>
            <ac:picMk id="12" creationId="{9FD89A7C-6284-7F0F-CEEF-3F2AB4A3F94F}"/>
          </ac:picMkLst>
        </pc:picChg>
        <pc:picChg chg="add mod ord modCrop">
          <ac:chgData name="Matthew McGill" userId="b6269137-6573-4e3c-acce-52235e626b36" providerId="ADAL" clId="{400AEEB2-773B-4AD0-B16C-182089681765}" dt="2026-07-31T00:12:43.311" v="324" actId="1076"/>
          <ac:picMkLst>
            <pc:docMk/>
            <pc:sldMk cId="4115491787" sldId="278"/>
            <ac:picMk id="14" creationId="{E3EC0DA6-1448-FAB2-E273-63AE31267B4B}"/>
          </ac:picMkLst>
        </pc:picChg>
        <pc:cxnChg chg="add mod">
          <ac:chgData name="Matthew McGill" userId="b6269137-6573-4e3c-acce-52235e626b36" providerId="ADAL" clId="{400AEEB2-773B-4AD0-B16C-182089681765}" dt="2026-07-31T02:40:52.326" v="1830" actId="1076"/>
          <ac:cxnSpMkLst>
            <pc:docMk/>
            <pc:sldMk cId="4115491787" sldId="278"/>
            <ac:cxnSpMk id="5" creationId="{539D605E-9B53-1072-686D-BFAD7D29315E}"/>
          </ac:cxnSpMkLst>
        </pc:cxnChg>
        <pc:cxnChg chg="add del mod">
          <ac:chgData name="Matthew McGill" userId="b6269137-6573-4e3c-acce-52235e626b36" providerId="ADAL" clId="{400AEEB2-773B-4AD0-B16C-182089681765}" dt="2026-07-30T23:56:04.885" v="244" actId="11529"/>
          <ac:cxnSpMkLst>
            <pc:docMk/>
            <pc:sldMk cId="4115491787" sldId="278"/>
            <ac:cxnSpMk id="16" creationId="{C0EDBB50-3620-3275-BD72-4C541A0D15BD}"/>
          </ac:cxnSpMkLst>
        </pc:cxnChg>
        <pc:cxnChg chg="add mod">
          <ac:chgData name="Matthew McGill" userId="b6269137-6573-4e3c-acce-52235e626b36" providerId="ADAL" clId="{400AEEB2-773B-4AD0-B16C-182089681765}" dt="2026-07-31T00:12:33.762" v="319" actId="14100"/>
          <ac:cxnSpMkLst>
            <pc:docMk/>
            <pc:sldMk cId="4115491787" sldId="278"/>
            <ac:cxnSpMk id="19" creationId="{E8ACBDAC-ECE0-13CC-34DB-D896656E3CE7}"/>
          </ac:cxnSpMkLst>
        </pc:cxnChg>
      </pc:sldChg>
      <pc:sldChg chg="modSp mod">
        <pc:chgData name="Matthew McGill" userId="b6269137-6573-4e3c-acce-52235e626b36" providerId="ADAL" clId="{400AEEB2-773B-4AD0-B16C-182089681765}" dt="2026-07-31T01:00:51.783" v="921" actId="20577"/>
        <pc:sldMkLst>
          <pc:docMk/>
          <pc:sldMk cId="2013535449" sldId="280"/>
        </pc:sldMkLst>
        <pc:graphicFrameChg chg="modGraphic">
          <ac:chgData name="Matthew McGill" userId="b6269137-6573-4e3c-acce-52235e626b36" providerId="ADAL" clId="{400AEEB2-773B-4AD0-B16C-182089681765}" dt="2026-07-31T01:00:51.783" v="921" actId="20577"/>
          <ac:graphicFrameMkLst>
            <pc:docMk/>
            <pc:sldMk cId="2013535449" sldId="280"/>
            <ac:graphicFrameMk id="5" creationId="{9F756B00-334C-39DB-0F3A-D3CBC5DAE616}"/>
          </ac:graphicFrameMkLst>
        </pc:graphicFrameChg>
      </pc:sldChg>
      <pc:sldChg chg="delSp modSp add del mod">
        <pc:chgData name="Matthew McGill" userId="b6269137-6573-4e3c-acce-52235e626b36" providerId="ADAL" clId="{400AEEB2-773B-4AD0-B16C-182089681765}" dt="2026-07-31T01:39:47.487" v="1122" actId="2696"/>
        <pc:sldMkLst>
          <pc:docMk/>
          <pc:sldMk cId="2698561349" sldId="281"/>
        </pc:sldMkLst>
        <pc:graphicFrameChg chg="mod modGraphic">
          <ac:chgData name="Matthew McGill" userId="b6269137-6573-4e3c-acce-52235e626b36" providerId="ADAL" clId="{400AEEB2-773B-4AD0-B16C-182089681765}" dt="2026-07-31T01:24:43.401" v="1120" actId="14100"/>
          <ac:graphicFrameMkLst>
            <pc:docMk/>
            <pc:sldMk cId="2698561349" sldId="281"/>
            <ac:graphicFrameMk id="8" creationId="{6714FE81-5D89-85CA-BC81-37F67CC1E26C}"/>
          </ac:graphicFrameMkLst>
        </pc:graphicFrameChg>
        <pc:picChg chg="mod">
          <ac:chgData name="Matthew McGill" userId="b6269137-6573-4e3c-acce-52235e626b36" providerId="ADAL" clId="{400AEEB2-773B-4AD0-B16C-182089681765}" dt="2026-07-31T01:24:44.612" v="1121" actId="1076"/>
          <ac:picMkLst>
            <pc:docMk/>
            <pc:sldMk cId="2698561349" sldId="281"/>
            <ac:picMk id="3" creationId="{684D44F5-FCEF-9A40-91BC-6762E994458C}"/>
          </ac:picMkLst>
        </pc:picChg>
        <pc:picChg chg="del">
          <ac:chgData name="Matthew McGill" userId="b6269137-6573-4e3c-acce-52235e626b36" providerId="ADAL" clId="{400AEEB2-773B-4AD0-B16C-182089681765}" dt="2026-07-31T00:49:45.186" v="757" actId="478"/>
          <ac:picMkLst>
            <pc:docMk/>
            <pc:sldMk cId="2698561349" sldId="281"/>
            <ac:picMk id="11" creationId="{CC527FCB-2433-6FDF-8440-E2EA28F4CDDB}"/>
          </ac:picMkLst>
        </pc:picChg>
      </pc:sldChg>
      <pc:sldChg chg="addSp delSp modSp add mod modNotesTx">
        <pc:chgData name="Matthew McGill" userId="b6269137-6573-4e3c-acce-52235e626b36" providerId="ADAL" clId="{400AEEB2-773B-4AD0-B16C-182089681765}" dt="2026-07-31T03:47:22.703" v="2103" actId="20577"/>
        <pc:sldMkLst>
          <pc:docMk/>
          <pc:sldMk cId="975315809" sldId="282"/>
        </pc:sldMkLst>
        <pc:spChg chg="add del mod">
          <ac:chgData name="Matthew McGill" userId="b6269137-6573-4e3c-acce-52235e626b36" providerId="ADAL" clId="{400AEEB2-773B-4AD0-B16C-182089681765}" dt="2026-07-31T01:07:51.822" v="988" actId="767"/>
          <ac:spMkLst>
            <pc:docMk/>
            <pc:sldMk cId="975315809" sldId="282"/>
            <ac:spMk id="2" creationId="{7CE6B42A-2B5C-D916-DD5F-BCF503667929}"/>
          </ac:spMkLst>
        </pc:spChg>
        <pc:spChg chg="mod">
          <ac:chgData name="Matthew McGill" userId="b6269137-6573-4e3c-acce-52235e626b36" providerId="ADAL" clId="{400AEEB2-773B-4AD0-B16C-182089681765}" dt="2026-07-31T02:13:28.774" v="1347" actId="20577"/>
          <ac:spMkLst>
            <pc:docMk/>
            <pc:sldMk cId="975315809" sldId="282"/>
            <ac:spMk id="2" creationId="{85400040-21D4-CD71-1712-955333B4FDBD}"/>
          </ac:spMkLst>
        </pc:spChg>
        <pc:spChg chg="mod">
          <ac:chgData name="Matthew McGill" userId="b6269137-6573-4e3c-acce-52235e626b36" providerId="ADAL" clId="{400AEEB2-773B-4AD0-B16C-182089681765}" dt="2026-07-31T03:21:51.414" v="2007" actId="20577"/>
          <ac:spMkLst>
            <pc:docMk/>
            <pc:sldMk cId="975315809" sldId="282"/>
            <ac:spMk id="3" creationId="{DE7733E1-1C19-4FE6-289B-5FB21E211200}"/>
          </ac:spMkLst>
        </pc:spChg>
        <pc:spChg chg="add del ord">
          <ac:chgData name="Matthew McGill" userId="b6269137-6573-4e3c-acce-52235e626b36" providerId="ADAL" clId="{400AEEB2-773B-4AD0-B16C-182089681765}" dt="2026-07-31T02:05:18.515" v="1295" actId="11529"/>
          <ac:spMkLst>
            <pc:docMk/>
            <pc:sldMk cId="975315809" sldId="282"/>
            <ac:spMk id="6" creationId="{2FB60B31-5BD2-AA2D-58CD-205BE8424952}"/>
          </ac:spMkLst>
        </pc:spChg>
        <pc:spChg chg="del mod">
          <ac:chgData name="Matthew McGill" userId="b6269137-6573-4e3c-acce-52235e626b36" providerId="ADAL" clId="{400AEEB2-773B-4AD0-B16C-182089681765}" dt="2026-07-31T03:23:10.614" v="2036" actId="478"/>
          <ac:spMkLst>
            <pc:docMk/>
            <pc:sldMk cId="975315809" sldId="282"/>
            <ac:spMk id="7" creationId="{B91E673B-7394-E4A1-56F2-AF03A5C750E0}"/>
          </ac:spMkLst>
        </pc:spChg>
        <pc:spChg chg="del">
          <ac:chgData name="Matthew McGill" userId="b6269137-6573-4e3c-acce-52235e626b36" providerId="ADAL" clId="{400AEEB2-773B-4AD0-B16C-182089681765}" dt="2026-07-31T03:23:14.685" v="2038" actId="478"/>
          <ac:spMkLst>
            <pc:docMk/>
            <pc:sldMk cId="975315809" sldId="282"/>
            <ac:spMk id="8" creationId="{0C70FF00-169F-17F4-BA92-6429C3CEA9DB}"/>
          </ac:spMkLst>
        </pc:spChg>
        <pc:spChg chg="del">
          <ac:chgData name="Matthew McGill" userId="b6269137-6573-4e3c-acce-52235e626b36" providerId="ADAL" clId="{400AEEB2-773B-4AD0-B16C-182089681765}" dt="2026-07-31T03:23:11.714" v="2037" actId="478"/>
          <ac:spMkLst>
            <pc:docMk/>
            <pc:sldMk cId="975315809" sldId="282"/>
            <ac:spMk id="9" creationId="{DB844FED-8BAB-4381-5E84-D86B8E97C2B0}"/>
          </ac:spMkLst>
        </pc:spChg>
        <pc:spChg chg="add del mod">
          <ac:chgData name="Matthew McGill" userId="b6269137-6573-4e3c-acce-52235e626b36" providerId="ADAL" clId="{400AEEB2-773B-4AD0-B16C-182089681765}" dt="2026-07-31T03:23:58.914" v="2052" actId="478"/>
          <ac:spMkLst>
            <pc:docMk/>
            <pc:sldMk cId="975315809" sldId="282"/>
            <ac:spMk id="13" creationId="{29E9B431-1AC3-71FB-0B85-F6FBA57B475B}"/>
          </ac:spMkLst>
        </pc:spChg>
        <pc:graphicFrameChg chg="add del mod modGraphic">
          <ac:chgData name="Matthew McGill" userId="b6269137-6573-4e3c-acce-52235e626b36" providerId="ADAL" clId="{400AEEB2-773B-4AD0-B16C-182089681765}" dt="2026-07-31T01:50:50.743" v="1222" actId="20577"/>
          <ac:graphicFrameMkLst>
            <pc:docMk/>
            <pc:sldMk cId="975315809" sldId="282"/>
            <ac:graphicFrameMk id="5" creationId="{6A858194-0B0E-27E7-351F-131CED6D2B5A}"/>
          </ac:graphicFrameMkLst>
        </pc:graphicFrameChg>
        <pc:graphicFrameChg chg="add mod modGraphic">
          <ac:chgData name="Matthew McGill" userId="b6269137-6573-4e3c-acce-52235e626b36" providerId="ADAL" clId="{400AEEB2-773B-4AD0-B16C-182089681765}" dt="2026-07-31T03:47:22.703" v="2103" actId="20577"/>
          <ac:graphicFrameMkLst>
            <pc:docMk/>
            <pc:sldMk cId="975315809" sldId="282"/>
            <ac:graphicFrameMk id="15" creationId="{B9FE40C3-9A93-440F-640E-1C6DAD434E82}"/>
          </ac:graphicFrameMkLst>
        </pc:graphicFrameChg>
        <pc:picChg chg="del mod">
          <ac:chgData name="Matthew McGill" userId="b6269137-6573-4e3c-acce-52235e626b36" providerId="ADAL" clId="{400AEEB2-773B-4AD0-B16C-182089681765}" dt="2026-07-31T03:23:49.916" v="2048" actId="478"/>
          <ac:picMkLst>
            <pc:docMk/>
            <pc:sldMk cId="975315809" sldId="282"/>
            <ac:picMk id="11" creationId="{B7410AF4-ECC5-9C59-A2AC-747DEA350E36}"/>
          </ac:picMkLst>
        </pc:picChg>
      </pc:sldChg>
      <pc:sldChg chg="addSp delSp modSp add mod">
        <pc:chgData name="Matthew McGill" userId="b6269137-6573-4e3c-acce-52235e626b36" providerId="ADAL" clId="{400AEEB2-773B-4AD0-B16C-182089681765}" dt="2026-07-31T02:51:08.280" v="1903" actId="313"/>
        <pc:sldMkLst>
          <pc:docMk/>
          <pc:sldMk cId="1889147518" sldId="284"/>
        </pc:sldMkLst>
        <pc:spChg chg="mod">
          <ac:chgData name="Matthew McGill" userId="b6269137-6573-4e3c-acce-52235e626b36" providerId="ADAL" clId="{400AEEB2-773B-4AD0-B16C-182089681765}" dt="2026-07-31T02:39:53.528" v="1825" actId="1076"/>
          <ac:spMkLst>
            <pc:docMk/>
            <pc:sldMk cId="1889147518" sldId="284"/>
            <ac:spMk id="3" creationId="{A79D374F-B1FD-8D25-13BB-186073E2E79C}"/>
          </ac:spMkLst>
        </pc:spChg>
        <pc:spChg chg="del">
          <ac:chgData name="Matthew McGill" userId="b6269137-6573-4e3c-acce-52235e626b36" providerId="ADAL" clId="{400AEEB2-773B-4AD0-B16C-182089681765}" dt="2026-07-31T02:31:20.981" v="1578" actId="478"/>
          <ac:spMkLst>
            <pc:docMk/>
            <pc:sldMk cId="1889147518" sldId="284"/>
            <ac:spMk id="9" creationId="{43677594-15E0-78B9-2BC6-0176DBA80A08}"/>
          </ac:spMkLst>
        </pc:spChg>
        <pc:spChg chg="mod">
          <ac:chgData name="Matthew McGill" userId="b6269137-6573-4e3c-acce-52235e626b36" providerId="ADAL" clId="{400AEEB2-773B-4AD0-B16C-182089681765}" dt="2026-07-31T02:51:08.280" v="1903" actId="313"/>
          <ac:spMkLst>
            <pc:docMk/>
            <pc:sldMk cId="1889147518" sldId="284"/>
            <ac:spMk id="12" creationId="{7382DDF7-B6E9-E031-F188-7BACCA666989}"/>
          </ac:spMkLst>
        </pc:spChg>
        <pc:picChg chg="del">
          <ac:chgData name="Matthew McGill" userId="b6269137-6573-4e3c-acce-52235e626b36" providerId="ADAL" clId="{400AEEB2-773B-4AD0-B16C-182089681765}" dt="2026-07-31T02:31:19.897" v="1577" actId="478"/>
          <ac:picMkLst>
            <pc:docMk/>
            <pc:sldMk cId="1889147518" sldId="284"/>
            <ac:picMk id="5" creationId="{C27019C6-F77D-ABEA-78B6-824CA4E7F97A}"/>
          </ac:picMkLst>
        </pc:picChg>
        <pc:picChg chg="mod">
          <ac:chgData name="Matthew McGill" userId="b6269137-6573-4e3c-acce-52235e626b36" providerId="ADAL" clId="{400AEEB2-773B-4AD0-B16C-182089681765}" dt="2026-07-31T02:40:07.602" v="1829" actId="1076"/>
          <ac:picMkLst>
            <pc:docMk/>
            <pc:sldMk cId="1889147518" sldId="284"/>
            <ac:picMk id="6" creationId="{4606D37C-B6E7-6662-D800-1E74F2AAE0F3}"/>
          </ac:picMkLst>
        </pc:picChg>
        <pc:picChg chg="add mod ord modCrop">
          <ac:chgData name="Matthew McGill" userId="b6269137-6573-4e3c-acce-52235e626b36" providerId="ADAL" clId="{400AEEB2-773B-4AD0-B16C-182089681765}" dt="2026-07-31T02:40:00.795" v="1826" actId="1076"/>
          <ac:picMkLst>
            <pc:docMk/>
            <pc:sldMk cId="1889147518" sldId="284"/>
            <ac:picMk id="7" creationId="{1703B41C-46AA-7932-B504-5105F46FECF4}"/>
          </ac:picMkLst>
        </pc:picChg>
        <pc:picChg chg="add mod ord modCrop">
          <ac:chgData name="Matthew McGill" userId="b6269137-6573-4e3c-acce-52235e626b36" providerId="ADAL" clId="{400AEEB2-773B-4AD0-B16C-182089681765}" dt="2026-07-31T02:40:03.935" v="1827" actId="1076"/>
          <ac:picMkLst>
            <pc:docMk/>
            <pc:sldMk cId="1889147518" sldId="284"/>
            <ac:picMk id="10" creationId="{D7D74A36-6DC0-67DA-07DB-9F834F9ED9EB}"/>
          </ac:picMkLst>
        </pc:picChg>
      </pc:sldChg>
      <pc:sldChg chg="addSp delSp modSp new mod">
        <pc:chgData name="Matthew McGill" userId="b6269137-6573-4e3c-acce-52235e626b36" providerId="ADAL" clId="{400AEEB2-773B-4AD0-B16C-182089681765}" dt="2026-07-31T03:20:39.384" v="1955" actId="688"/>
        <pc:sldMkLst>
          <pc:docMk/>
          <pc:sldMk cId="2215107568" sldId="286"/>
        </pc:sldMkLst>
        <pc:spChg chg="del">
          <ac:chgData name="Matthew McGill" userId="b6269137-6573-4e3c-acce-52235e626b36" providerId="ADAL" clId="{400AEEB2-773B-4AD0-B16C-182089681765}" dt="2026-07-31T03:19:37.224" v="1925" actId="478"/>
          <ac:spMkLst>
            <pc:docMk/>
            <pc:sldMk cId="2215107568" sldId="286"/>
            <ac:spMk id="2" creationId="{5032176B-7EFF-3843-8CC6-F375BBE8C0A9}"/>
          </ac:spMkLst>
        </pc:spChg>
        <pc:spChg chg="del mod">
          <ac:chgData name="Matthew McGill" userId="b6269137-6573-4e3c-acce-52235e626b36" providerId="ADAL" clId="{400AEEB2-773B-4AD0-B16C-182089681765}" dt="2026-07-31T03:19:37.224" v="1925" actId="478"/>
          <ac:spMkLst>
            <pc:docMk/>
            <pc:sldMk cId="2215107568" sldId="286"/>
            <ac:spMk id="3" creationId="{B5AFCF51-12C4-E767-3C64-6DE8B71BDC0F}"/>
          </ac:spMkLst>
        </pc:spChg>
        <pc:spChg chg="del">
          <ac:chgData name="Matthew McGill" userId="b6269137-6573-4e3c-acce-52235e626b36" providerId="ADAL" clId="{400AEEB2-773B-4AD0-B16C-182089681765}" dt="2026-07-31T03:19:37.224" v="1925" actId="478"/>
          <ac:spMkLst>
            <pc:docMk/>
            <pc:sldMk cId="2215107568" sldId="286"/>
            <ac:spMk id="4" creationId="{EB7401F3-EFC0-45E2-EA26-1FD46A55224D}"/>
          </ac:spMkLst>
        </pc:spChg>
        <pc:spChg chg="del">
          <ac:chgData name="Matthew McGill" userId="b6269137-6573-4e3c-acce-52235e626b36" providerId="ADAL" clId="{400AEEB2-773B-4AD0-B16C-182089681765}" dt="2026-07-31T03:19:37.224" v="1925" actId="478"/>
          <ac:spMkLst>
            <pc:docMk/>
            <pc:sldMk cId="2215107568" sldId="286"/>
            <ac:spMk id="5" creationId="{DE4C85E0-175B-029B-CA5F-CF4BAE257521}"/>
          </ac:spMkLst>
        </pc:spChg>
        <pc:spChg chg="del">
          <ac:chgData name="Matthew McGill" userId="b6269137-6573-4e3c-acce-52235e626b36" providerId="ADAL" clId="{400AEEB2-773B-4AD0-B16C-182089681765}" dt="2026-07-31T03:19:37.224" v="1925" actId="478"/>
          <ac:spMkLst>
            <pc:docMk/>
            <pc:sldMk cId="2215107568" sldId="286"/>
            <ac:spMk id="6" creationId="{6380B134-0855-06AF-7039-063C8F437F1E}"/>
          </ac:spMkLst>
        </pc:spChg>
        <pc:spChg chg="del">
          <ac:chgData name="Matthew McGill" userId="b6269137-6573-4e3c-acce-52235e626b36" providerId="ADAL" clId="{400AEEB2-773B-4AD0-B16C-182089681765}" dt="2026-07-31T03:19:37.224" v="1925" actId="478"/>
          <ac:spMkLst>
            <pc:docMk/>
            <pc:sldMk cId="2215107568" sldId="286"/>
            <ac:spMk id="7" creationId="{E02272AE-6A02-AB60-5098-11CB85833F7F}"/>
          </ac:spMkLst>
        </pc:spChg>
        <pc:spChg chg="add mod">
          <ac:chgData name="Matthew McGill" userId="b6269137-6573-4e3c-acce-52235e626b36" providerId="ADAL" clId="{400AEEB2-773B-4AD0-B16C-182089681765}" dt="2026-07-31T03:20:39.384" v="1955" actId="688"/>
          <ac:spMkLst>
            <pc:docMk/>
            <pc:sldMk cId="2215107568" sldId="286"/>
            <ac:spMk id="8" creationId="{2423795C-42A7-ED40-66C5-2952EF521F25}"/>
          </ac:spMkLst>
        </pc:spChg>
      </pc:sldChg>
      <pc:sldChg chg="addSp delSp modSp add mod">
        <pc:chgData name="Matthew McGill" userId="b6269137-6573-4e3c-acce-52235e626b36" providerId="ADAL" clId="{400AEEB2-773B-4AD0-B16C-182089681765}" dt="2026-07-31T03:25:51.249" v="2061" actId="1076"/>
        <pc:sldMkLst>
          <pc:docMk/>
          <pc:sldMk cId="34614290" sldId="287"/>
        </pc:sldMkLst>
        <pc:spChg chg="del">
          <ac:chgData name="Matthew McGill" userId="b6269137-6573-4e3c-acce-52235e626b36" providerId="ADAL" clId="{400AEEB2-773B-4AD0-B16C-182089681765}" dt="2026-07-31T03:23:19.451" v="2039" actId="478"/>
          <ac:spMkLst>
            <pc:docMk/>
            <pc:sldMk cId="34614290" sldId="287"/>
            <ac:spMk id="2" creationId="{254DFEBC-C2C4-5377-A16F-9D3F11952776}"/>
          </ac:spMkLst>
        </pc:spChg>
        <pc:spChg chg="mod">
          <ac:chgData name="Matthew McGill" userId="b6269137-6573-4e3c-acce-52235e626b36" providerId="ADAL" clId="{400AEEB2-773B-4AD0-B16C-182089681765}" dt="2026-07-31T03:21:25.656" v="1981" actId="20577"/>
          <ac:spMkLst>
            <pc:docMk/>
            <pc:sldMk cId="34614290" sldId="287"/>
            <ac:spMk id="3" creationId="{663194DF-BCCB-B1ED-F7D8-782B4D1436C5}"/>
          </ac:spMkLst>
        </pc:spChg>
        <pc:spChg chg="del">
          <ac:chgData name="Matthew McGill" userId="b6269137-6573-4e3c-acce-52235e626b36" providerId="ADAL" clId="{400AEEB2-773B-4AD0-B16C-182089681765}" dt="2026-07-31T03:23:20.293" v="2040" actId="478"/>
          <ac:spMkLst>
            <pc:docMk/>
            <pc:sldMk cId="34614290" sldId="287"/>
            <ac:spMk id="8" creationId="{8E5248AC-43BC-15DB-4872-4240F6DF6986}"/>
          </ac:spMkLst>
        </pc:spChg>
        <pc:spChg chg="del mod">
          <ac:chgData name="Matthew McGill" userId="b6269137-6573-4e3c-acce-52235e626b36" providerId="ADAL" clId="{400AEEB2-773B-4AD0-B16C-182089681765}" dt="2026-07-31T03:23:21.619" v="2042" actId="478"/>
          <ac:spMkLst>
            <pc:docMk/>
            <pc:sldMk cId="34614290" sldId="287"/>
            <ac:spMk id="9" creationId="{55EAEBA6-64F2-3CC0-5007-DE7D8954696E}"/>
          </ac:spMkLst>
        </pc:spChg>
        <pc:graphicFrameChg chg="add mod modGraphic">
          <ac:chgData name="Matthew McGill" userId="b6269137-6573-4e3c-acce-52235e626b36" providerId="ADAL" clId="{400AEEB2-773B-4AD0-B16C-182089681765}" dt="2026-07-31T03:25:51.249" v="2061" actId="1076"/>
          <ac:graphicFrameMkLst>
            <pc:docMk/>
            <pc:sldMk cId="34614290" sldId="287"/>
            <ac:graphicFrameMk id="6" creationId="{C6B4F2A1-6894-AD09-F1A8-B1E55E8B1F74}"/>
          </ac:graphicFrameMkLst>
        </pc:graphicFrameChg>
        <pc:picChg chg="del">
          <ac:chgData name="Matthew McGill" userId="b6269137-6573-4e3c-acce-52235e626b36" providerId="ADAL" clId="{400AEEB2-773B-4AD0-B16C-182089681765}" dt="2026-07-31T03:23:51.214" v="2049" actId="478"/>
          <ac:picMkLst>
            <pc:docMk/>
            <pc:sldMk cId="34614290" sldId="287"/>
            <ac:picMk id="11" creationId="{F23A7409-424A-E4F1-D949-201E357CA425}"/>
          </ac:picMkLst>
        </pc:picChg>
      </pc:sldChg>
      <pc:sldChg chg="addSp delSp modSp add mod">
        <pc:chgData name="Matthew McGill" userId="b6269137-6573-4e3c-acce-52235e626b36" providerId="ADAL" clId="{400AEEB2-773B-4AD0-B16C-182089681765}" dt="2026-07-31T03:26:37.545" v="2081" actId="1076"/>
        <pc:sldMkLst>
          <pc:docMk/>
          <pc:sldMk cId="534565577" sldId="288"/>
        </pc:sldMkLst>
        <pc:spChg chg="del mod">
          <ac:chgData name="Matthew McGill" userId="b6269137-6573-4e3c-acce-52235e626b36" providerId="ADAL" clId="{400AEEB2-773B-4AD0-B16C-182089681765}" dt="2026-07-31T03:23:24.850" v="2043" actId="478"/>
          <ac:spMkLst>
            <pc:docMk/>
            <pc:sldMk cId="534565577" sldId="288"/>
            <ac:spMk id="2" creationId="{968ED65D-9AFC-8B0A-981A-05A8D922FB3A}"/>
          </ac:spMkLst>
        </pc:spChg>
        <pc:spChg chg="mod">
          <ac:chgData name="Matthew McGill" userId="b6269137-6573-4e3c-acce-52235e626b36" providerId="ADAL" clId="{400AEEB2-773B-4AD0-B16C-182089681765}" dt="2026-07-31T03:22:19.089" v="2033" actId="20577"/>
          <ac:spMkLst>
            <pc:docMk/>
            <pc:sldMk cId="534565577" sldId="288"/>
            <ac:spMk id="3" creationId="{6EE024B0-A18F-AE73-8DC4-09EF4F52E1CF}"/>
          </ac:spMkLst>
        </pc:spChg>
        <pc:spChg chg="del">
          <ac:chgData name="Matthew McGill" userId="b6269137-6573-4e3c-acce-52235e626b36" providerId="ADAL" clId="{400AEEB2-773B-4AD0-B16C-182089681765}" dt="2026-07-31T03:23:25.764" v="2044" actId="478"/>
          <ac:spMkLst>
            <pc:docMk/>
            <pc:sldMk cId="534565577" sldId="288"/>
            <ac:spMk id="7" creationId="{6A1D2EC0-74B3-E108-1F7E-731E1926506A}"/>
          </ac:spMkLst>
        </pc:spChg>
        <pc:spChg chg="mod">
          <ac:chgData name="Matthew McGill" userId="b6269137-6573-4e3c-acce-52235e626b36" providerId="ADAL" clId="{400AEEB2-773B-4AD0-B16C-182089681765}" dt="2026-07-31T03:26:32.072" v="2079" actId="1076"/>
          <ac:spMkLst>
            <pc:docMk/>
            <pc:sldMk cId="534565577" sldId="288"/>
            <ac:spMk id="8" creationId="{CD8C920D-3079-020B-6EDE-FC65B0F4029C}"/>
          </ac:spMkLst>
        </pc:spChg>
        <pc:spChg chg="mod">
          <ac:chgData name="Matthew McGill" userId="b6269137-6573-4e3c-acce-52235e626b36" providerId="ADAL" clId="{400AEEB2-773B-4AD0-B16C-182089681765}" dt="2026-07-31T03:26:33.914" v="2080" actId="1076"/>
          <ac:spMkLst>
            <pc:docMk/>
            <pc:sldMk cId="534565577" sldId="288"/>
            <ac:spMk id="9" creationId="{9F579B91-4E56-690E-D88E-59F732DA17B1}"/>
          </ac:spMkLst>
        </pc:spChg>
        <pc:graphicFrameChg chg="add mod modGraphic">
          <ac:chgData name="Matthew McGill" userId="b6269137-6573-4e3c-acce-52235e626b36" providerId="ADAL" clId="{400AEEB2-773B-4AD0-B16C-182089681765}" dt="2026-07-31T03:26:37.545" v="2081" actId="1076"/>
          <ac:graphicFrameMkLst>
            <pc:docMk/>
            <pc:sldMk cId="534565577" sldId="288"/>
            <ac:graphicFrameMk id="6" creationId="{7E1B7DF4-8E18-B123-5E5F-91346AFDA673}"/>
          </ac:graphicFrameMkLst>
        </pc:graphicFrameChg>
        <pc:picChg chg="add del mod">
          <ac:chgData name="Matthew McGill" userId="b6269137-6573-4e3c-acce-52235e626b36" providerId="ADAL" clId="{400AEEB2-773B-4AD0-B16C-182089681765}" dt="2026-07-31T03:26:25.880" v="2076" actId="1076"/>
          <ac:picMkLst>
            <pc:docMk/>
            <pc:sldMk cId="534565577" sldId="288"/>
            <ac:picMk id="11" creationId="{675E6D65-215A-D213-7573-5A7EF0D21C47}"/>
          </ac:picMkLst>
        </pc:picChg>
      </pc:sldChg>
      <pc:sldChg chg="addSp delSp modSp new del mod modClrScheme chgLayout">
        <pc:chgData name="Matthew McGill" userId="b6269137-6573-4e3c-acce-52235e626b36" providerId="ADAL" clId="{400AEEB2-773B-4AD0-B16C-182089681765}" dt="2026-07-31T03:32:46.888" v="2099" actId="2696"/>
        <pc:sldMkLst>
          <pc:docMk/>
          <pc:sldMk cId="3436056648" sldId="290"/>
        </pc:sldMkLst>
        <pc:spChg chg="del">
          <ac:chgData name="Matthew McGill" userId="b6269137-6573-4e3c-acce-52235e626b36" providerId="ADAL" clId="{400AEEB2-773B-4AD0-B16C-182089681765}" dt="2026-07-31T03:31:26.840" v="2083" actId="478"/>
          <ac:spMkLst>
            <pc:docMk/>
            <pc:sldMk cId="3436056648" sldId="290"/>
            <ac:spMk id="2" creationId="{77E62F64-FF19-1057-86BB-91A0C1F52CC8}"/>
          </ac:spMkLst>
        </pc:spChg>
        <pc:spChg chg="del">
          <ac:chgData name="Matthew McGill" userId="b6269137-6573-4e3c-acce-52235e626b36" providerId="ADAL" clId="{400AEEB2-773B-4AD0-B16C-182089681765}" dt="2026-07-31T03:31:26.840" v="2083" actId="478"/>
          <ac:spMkLst>
            <pc:docMk/>
            <pc:sldMk cId="3436056648" sldId="290"/>
            <ac:spMk id="3" creationId="{AE09B1F7-B70B-8935-AB37-199BB65CD3EB}"/>
          </ac:spMkLst>
        </pc:spChg>
        <pc:spChg chg="mod ord">
          <ac:chgData name="Matthew McGill" userId="b6269137-6573-4e3c-acce-52235e626b36" providerId="ADAL" clId="{400AEEB2-773B-4AD0-B16C-182089681765}" dt="2026-07-31T03:31:46.447" v="2094" actId="26606"/>
          <ac:spMkLst>
            <pc:docMk/>
            <pc:sldMk cId="3436056648" sldId="290"/>
            <ac:spMk id="4" creationId="{6D21DFA6-894B-EE46-8F57-4332F955399A}"/>
          </ac:spMkLst>
        </pc:spChg>
        <pc:picChg chg="add mod">
          <ac:chgData name="Matthew McGill" userId="b6269137-6573-4e3c-acce-52235e626b36" providerId="ADAL" clId="{400AEEB2-773B-4AD0-B16C-182089681765}" dt="2026-07-31T03:31:57.031" v="2098" actId="1076"/>
          <ac:picMkLst>
            <pc:docMk/>
            <pc:sldMk cId="3436056648" sldId="290"/>
            <ac:picMk id="6" creationId="{EF60508B-F591-71CD-AAB1-DC44BAE50A00}"/>
          </ac:picMkLst>
        </pc:picChg>
      </pc:sldChg>
    </pc:docChg>
  </pc:docChgLst>
  <pc:docChgLst>
    <pc:chgData name="Brodie Cruse" userId="b1379d39-a30a-4d81-97fb-97a2c804a02c" providerId="ADAL" clId="{55C7FE8E-A535-421D-B2F7-F60CAF768D7B}"/>
    <pc:docChg chg="custSel modSld">
      <pc:chgData name="Brodie Cruse" userId="b1379d39-a30a-4d81-97fb-97a2c804a02c" providerId="ADAL" clId="{55C7FE8E-A535-421D-B2F7-F60CAF768D7B}" dt="2026-07-30T20:11:49.064" v="130" actId="20577"/>
      <pc:docMkLst>
        <pc:docMk/>
      </pc:docMkLst>
      <pc:sldChg chg="modSp mod">
        <pc:chgData name="Brodie Cruse" userId="b1379d39-a30a-4d81-97fb-97a2c804a02c" providerId="ADAL" clId="{55C7FE8E-A535-421D-B2F7-F60CAF768D7B}" dt="2026-07-30T19:56:15.885" v="2" actId="1076"/>
        <pc:sldMkLst>
          <pc:docMk/>
          <pc:sldMk cId="865187120" sldId="271"/>
        </pc:sldMkLst>
        <pc:spChg chg="mod">
          <ac:chgData name="Brodie Cruse" userId="b1379d39-a30a-4d81-97fb-97a2c804a02c" providerId="ADAL" clId="{55C7FE8E-A535-421D-B2F7-F60CAF768D7B}" dt="2026-07-30T19:56:02.397" v="1" actId="1076"/>
          <ac:spMkLst>
            <pc:docMk/>
            <pc:sldMk cId="865187120" sldId="271"/>
            <ac:spMk id="5" creationId="{85738834-4F3D-A590-4FC6-A3DD3AD06C0F}"/>
          </ac:spMkLst>
        </pc:spChg>
        <pc:spChg chg="mod">
          <ac:chgData name="Brodie Cruse" userId="b1379d39-a30a-4d81-97fb-97a2c804a02c" providerId="ADAL" clId="{55C7FE8E-A535-421D-B2F7-F60CAF768D7B}" dt="2026-07-30T19:56:15.885" v="2" actId="1076"/>
          <ac:spMkLst>
            <pc:docMk/>
            <pc:sldMk cId="865187120" sldId="271"/>
            <ac:spMk id="6" creationId="{D3976F09-551A-CF98-E577-31B25FD7F84B}"/>
          </ac:spMkLst>
        </pc:spChg>
      </pc:sldChg>
      <pc:sldChg chg="delSp modSp mod">
        <pc:chgData name="Brodie Cruse" userId="b1379d39-a30a-4d81-97fb-97a2c804a02c" providerId="ADAL" clId="{55C7FE8E-A535-421D-B2F7-F60CAF768D7B}" dt="2026-07-30T20:01:07.535" v="103" actId="20577"/>
        <pc:sldMkLst>
          <pc:docMk/>
          <pc:sldMk cId="3780098730" sldId="273"/>
        </pc:sldMkLst>
        <pc:spChg chg="mod">
          <ac:chgData name="Brodie Cruse" userId="b1379d39-a30a-4d81-97fb-97a2c804a02c" providerId="ADAL" clId="{55C7FE8E-A535-421D-B2F7-F60CAF768D7B}" dt="2026-07-30T20:01:07.535" v="103" actId="20577"/>
          <ac:spMkLst>
            <pc:docMk/>
            <pc:sldMk cId="3780098730" sldId="273"/>
            <ac:spMk id="8" creationId="{4FFC241E-6B3C-8144-F095-692CBD575FBB}"/>
          </ac:spMkLst>
        </pc:spChg>
        <pc:picChg chg="del">
          <ac:chgData name="Brodie Cruse" userId="b1379d39-a30a-4d81-97fb-97a2c804a02c" providerId="ADAL" clId="{55C7FE8E-A535-421D-B2F7-F60CAF768D7B}" dt="2026-07-30T19:55:48.706" v="0" actId="478"/>
          <ac:picMkLst>
            <pc:docMk/>
            <pc:sldMk cId="3780098730" sldId="273"/>
            <ac:picMk id="7" creationId="{90D86507-66C8-F6BC-8461-5E97386FBB8E}"/>
          </ac:picMkLst>
        </pc:picChg>
      </pc:sldChg>
      <pc:sldChg chg="modSp mod">
        <pc:chgData name="Brodie Cruse" userId="b1379d39-a30a-4d81-97fb-97a2c804a02c" providerId="ADAL" clId="{55C7FE8E-A535-421D-B2F7-F60CAF768D7B}" dt="2026-07-30T20:11:16.396" v="105" actId="1035"/>
        <pc:sldMkLst>
          <pc:docMk/>
          <pc:sldMk cId="578680170" sldId="274"/>
        </pc:sldMkLst>
        <pc:spChg chg="mod">
          <ac:chgData name="Brodie Cruse" userId="b1379d39-a30a-4d81-97fb-97a2c804a02c" providerId="ADAL" clId="{55C7FE8E-A535-421D-B2F7-F60CAF768D7B}" dt="2026-07-30T20:11:16.396" v="105" actId="1035"/>
          <ac:spMkLst>
            <pc:docMk/>
            <pc:sldMk cId="578680170" sldId="274"/>
            <ac:spMk id="3" creationId="{C0648842-0DCA-487C-C270-FD6D77C8BB57}"/>
          </ac:spMkLst>
        </pc:spChg>
      </pc:sldChg>
      <pc:sldChg chg="modSp mod">
        <pc:chgData name="Brodie Cruse" userId="b1379d39-a30a-4d81-97fb-97a2c804a02c" providerId="ADAL" clId="{55C7FE8E-A535-421D-B2F7-F60CAF768D7B}" dt="2026-07-30T20:11:49.064" v="130" actId="20577"/>
        <pc:sldMkLst>
          <pc:docMk/>
          <pc:sldMk cId="3365855906" sldId="275"/>
        </pc:sldMkLst>
        <pc:spChg chg="mod">
          <ac:chgData name="Brodie Cruse" userId="b1379d39-a30a-4d81-97fb-97a2c804a02c" providerId="ADAL" clId="{55C7FE8E-A535-421D-B2F7-F60CAF768D7B}" dt="2026-07-30T20:11:49.064" v="130" actId="20577"/>
          <ac:spMkLst>
            <pc:docMk/>
            <pc:sldMk cId="3365855906" sldId="275"/>
            <ac:spMk id="3" creationId="{7E6C6D7C-0C8C-CBF9-DEB6-393B5C159125}"/>
          </ac:spMkLst>
        </pc:spChg>
      </pc:sldChg>
    </pc:docChg>
  </pc:docChgLst>
  <pc:docChgLst>
    <pc:chgData name="Brodie Cruse" userId="b1379d39-a30a-4d81-97fb-97a2c804a02c" providerId="ADAL" clId="{4EA6C6AD-92F3-4EC3-A232-02B95C99FFBA}"/>
    <pc:docChg chg="undo redo custSel addSld delSld modSld sldOrd addSection delSection">
      <pc:chgData name="Brodie Cruse" userId="b1379d39-a30a-4d81-97fb-97a2c804a02c" providerId="ADAL" clId="{4EA6C6AD-92F3-4EC3-A232-02B95C99FFBA}" dt="2026-07-31T03:37:28.522" v="774" actId="1076"/>
      <pc:docMkLst>
        <pc:docMk/>
      </pc:docMkLst>
      <pc:sldChg chg="addSp delSp modSp mod setBg chgLayout">
        <pc:chgData name="Brodie Cruse" userId="b1379d39-a30a-4d81-97fb-97a2c804a02c" providerId="ADAL" clId="{4EA6C6AD-92F3-4EC3-A232-02B95C99FFBA}" dt="2026-07-28T22:42:46.590" v="383" actId="20577"/>
        <pc:sldMkLst>
          <pc:docMk/>
          <pc:sldMk cId="1254738402" sldId="256"/>
        </pc:sldMkLst>
        <pc:spChg chg="add del mod ord">
          <ac:chgData name="Brodie Cruse" userId="b1379d39-a30a-4d81-97fb-97a2c804a02c" providerId="ADAL" clId="{4EA6C6AD-92F3-4EC3-A232-02B95C99FFBA}" dt="2026-07-28T22:42:16.674" v="359" actId="1076"/>
          <ac:spMkLst>
            <pc:docMk/>
            <pc:sldMk cId="1254738402" sldId="256"/>
            <ac:spMk id="6" creationId="{00000000-0000-0000-0000-000000000000}"/>
          </ac:spMkLst>
        </pc:spChg>
        <pc:spChg chg="mod ord">
          <ac:chgData name="Brodie Cruse" userId="b1379d39-a30a-4d81-97fb-97a2c804a02c" providerId="ADAL" clId="{4EA6C6AD-92F3-4EC3-A232-02B95C99FFBA}" dt="2026-07-28T22:42:24.683" v="368" actId="768"/>
          <ac:spMkLst>
            <pc:docMk/>
            <pc:sldMk cId="1254738402" sldId="256"/>
            <ac:spMk id="8" creationId="{00000000-0000-0000-0000-000000000000}"/>
          </ac:spMkLst>
        </pc:spChg>
      </pc:sldChg>
      <pc:sldChg chg="addSp delSp modSp mod setBg">
        <pc:chgData name="Brodie Cruse" userId="b1379d39-a30a-4d81-97fb-97a2c804a02c" providerId="ADAL" clId="{4EA6C6AD-92F3-4EC3-A232-02B95C99FFBA}" dt="2026-07-30T23:01:46.908" v="553" actId="1076"/>
        <pc:sldMkLst>
          <pc:docMk/>
          <pc:sldMk cId="4287699907" sldId="257"/>
        </pc:sldMkLst>
        <pc:spChg chg="mod">
          <ac:chgData name="Brodie Cruse" userId="b1379d39-a30a-4d81-97fb-97a2c804a02c" providerId="ADAL" clId="{4EA6C6AD-92F3-4EC3-A232-02B95C99FFBA}" dt="2026-07-29T02:10:44.613" v="483" actId="1076"/>
          <ac:spMkLst>
            <pc:docMk/>
            <pc:sldMk cId="4287699907" sldId="257"/>
            <ac:spMk id="3" creationId="{00000000-0000-0000-0000-000000000000}"/>
          </ac:spMkLst>
        </pc:spChg>
        <pc:spChg chg="add mod">
          <ac:chgData name="Brodie Cruse" userId="b1379d39-a30a-4d81-97fb-97a2c804a02c" providerId="ADAL" clId="{4EA6C6AD-92F3-4EC3-A232-02B95C99FFBA}" dt="2026-07-30T23:01:20.556" v="545" actId="1076"/>
          <ac:spMkLst>
            <pc:docMk/>
            <pc:sldMk cId="4287699907" sldId="257"/>
            <ac:spMk id="5" creationId="{02D88F9C-BE47-E221-1450-3600F95280F7}"/>
          </ac:spMkLst>
        </pc:spChg>
        <pc:spChg chg="add del">
          <ac:chgData name="Brodie Cruse" userId="b1379d39-a30a-4d81-97fb-97a2c804a02c" providerId="ADAL" clId="{4EA6C6AD-92F3-4EC3-A232-02B95C99FFBA}" dt="2026-07-30T23:01:07.225" v="542" actId="478"/>
          <ac:spMkLst>
            <pc:docMk/>
            <pc:sldMk cId="4287699907" sldId="257"/>
            <ac:spMk id="8" creationId="{260401E3-352E-F726-2BFA-7AA76B80B7E6}"/>
          </ac:spMkLst>
        </pc:spChg>
        <pc:spChg chg="del mod">
          <ac:chgData name="Brodie Cruse" userId="b1379d39-a30a-4d81-97fb-97a2c804a02c" providerId="ADAL" clId="{4EA6C6AD-92F3-4EC3-A232-02B95C99FFBA}" dt="2026-07-30T23:01:35.785" v="549" actId="478"/>
          <ac:spMkLst>
            <pc:docMk/>
            <pc:sldMk cId="4287699907" sldId="257"/>
            <ac:spMk id="9" creationId="{00000000-0000-0000-0000-000000000000}"/>
          </ac:spMkLst>
        </pc:spChg>
        <pc:picChg chg="add mod">
          <ac:chgData name="Brodie Cruse" userId="b1379d39-a30a-4d81-97fb-97a2c804a02c" providerId="ADAL" clId="{4EA6C6AD-92F3-4EC3-A232-02B95C99FFBA}" dt="2026-07-30T23:01:46.908" v="553" actId="1076"/>
          <ac:picMkLst>
            <pc:docMk/>
            <pc:sldMk cId="4287699907" sldId="257"/>
            <ac:picMk id="7" creationId="{F5CEF36E-41A5-8EDF-6661-7E41867446B7}"/>
          </ac:picMkLst>
        </pc:picChg>
        <pc:picChg chg="add mod">
          <ac:chgData name="Brodie Cruse" userId="b1379d39-a30a-4d81-97fb-97a2c804a02c" providerId="ADAL" clId="{4EA6C6AD-92F3-4EC3-A232-02B95C99FFBA}" dt="2026-07-30T23:01:43.369" v="552" actId="1076"/>
          <ac:picMkLst>
            <pc:docMk/>
            <pc:sldMk cId="4287699907" sldId="257"/>
            <ac:picMk id="11" creationId="{9DA8EA36-8498-4AE6-41BC-48F760BFCECB}"/>
          </ac:picMkLst>
        </pc:picChg>
      </pc:sldChg>
      <pc:sldChg chg="modSp mod ord setBg">
        <pc:chgData name="Brodie Cruse" userId="b1379d39-a30a-4d81-97fb-97a2c804a02c" providerId="ADAL" clId="{4EA6C6AD-92F3-4EC3-A232-02B95C99FFBA}" dt="2026-07-29T02:16:54.265" v="487"/>
        <pc:sldMkLst>
          <pc:docMk/>
          <pc:sldMk cId="617056607" sldId="258"/>
        </pc:sldMkLst>
        <pc:spChg chg="mod">
          <ac:chgData name="Brodie Cruse" userId="b1379d39-a30a-4d81-97fb-97a2c804a02c" providerId="ADAL" clId="{4EA6C6AD-92F3-4EC3-A232-02B95C99FFBA}" dt="2026-07-28T22:46:52.727" v="423" actId="20577"/>
          <ac:spMkLst>
            <pc:docMk/>
            <pc:sldMk cId="617056607" sldId="258"/>
            <ac:spMk id="5" creationId="{00000000-0000-0000-0000-000000000000}"/>
          </ac:spMkLst>
        </pc:spChg>
      </pc:sldChg>
      <pc:sldChg chg="modSp mod">
        <pc:chgData name="Brodie Cruse" userId="b1379d39-a30a-4d81-97fb-97a2c804a02c" providerId="ADAL" clId="{4EA6C6AD-92F3-4EC3-A232-02B95C99FFBA}" dt="2026-07-28T22:47:23.587" v="441" actId="20577"/>
        <pc:sldMkLst>
          <pc:docMk/>
          <pc:sldMk cId="2755979249" sldId="259"/>
        </pc:sldMkLst>
        <pc:spChg chg="mod">
          <ac:chgData name="Brodie Cruse" userId="b1379d39-a30a-4d81-97fb-97a2c804a02c" providerId="ADAL" clId="{4EA6C6AD-92F3-4EC3-A232-02B95C99FFBA}" dt="2026-07-28T22:47:23.587" v="441" actId="20577"/>
          <ac:spMkLst>
            <pc:docMk/>
            <pc:sldMk cId="2755979249" sldId="259"/>
            <ac:spMk id="5" creationId="{00000000-0000-0000-0000-000000000000}"/>
          </ac:spMkLst>
        </pc:spChg>
      </pc:sldChg>
      <pc:sldChg chg="modSp add mod">
        <pc:chgData name="Brodie Cruse" userId="b1379d39-a30a-4d81-97fb-97a2c804a02c" providerId="ADAL" clId="{4EA6C6AD-92F3-4EC3-A232-02B95C99FFBA}" dt="2026-07-29T02:20:23.090" v="508" actId="20577"/>
        <pc:sldMkLst>
          <pc:docMk/>
          <pc:sldMk cId="3672877498" sldId="272"/>
        </pc:sldMkLst>
        <pc:spChg chg="mod">
          <ac:chgData name="Brodie Cruse" userId="b1379d39-a30a-4d81-97fb-97a2c804a02c" providerId="ADAL" clId="{4EA6C6AD-92F3-4EC3-A232-02B95C99FFBA}" dt="2026-07-29T02:20:23.090" v="508" actId="20577"/>
          <ac:spMkLst>
            <pc:docMk/>
            <pc:sldMk cId="3672877498" sldId="272"/>
            <ac:spMk id="5" creationId="{500067F6-35C1-5176-C495-14BE77C5F745}"/>
          </ac:spMkLst>
        </pc:spChg>
      </pc:sldChg>
      <pc:sldChg chg="addSp delSp modSp del mod">
        <pc:chgData name="Brodie Cruse" userId="b1379d39-a30a-4d81-97fb-97a2c804a02c" providerId="ADAL" clId="{4EA6C6AD-92F3-4EC3-A232-02B95C99FFBA}" dt="2026-07-31T03:31:31.988" v="762" actId="47"/>
        <pc:sldMkLst>
          <pc:docMk/>
          <pc:sldMk cId="3780098730" sldId="273"/>
        </pc:sldMkLst>
        <pc:spChg chg="mod">
          <ac:chgData name="Brodie Cruse" userId="b1379d39-a30a-4d81-97fb-97a2c804a02c" providerId="ADAL" clId="{4EA6C6AD-92F3-4EC3-A232-02B95C99FFBA}" dt="2026-07-30T23:02:41.346" v="555" actId="14100"/>
          <ac:spMkLst>
            <pc:docMk/>
            <pc:sldMk cId="3780098730" sldId="273"/>
            <ac:spMk id="3" creationId="{BF166C41-DF03-C1FD-4196-A3629D67BDA3}"/>
          </ac:spMkLst>
        </pc:spChg>
        <pc:spChg chg="del mod">
          <ac:chgData name="Brodie Cruse" userId="b1379d39-a30a-4d81-97fb-97a2c804a02c" providerId="ADAL" clId="{4EA6C6AD-92F3-4EC3-A232-02B95C99FFBA}" dt="2026-07-30T23:04:28.807" v="575" actId="478"/>
          <ac:spMkLst>
            <pc:docMk/>
            <pc:sldMk cId="3780098730" sldId="273"/>
            <ac:spMk id="8" creationId="{4FFC241E-6B3C-8144-F095-692CBD575FBB}"/>
          </ac:spMkLst>
        </pc:spChg>
        <pc:spChg chg="del">
          <ac:chgData name="Brodie Cruse" userId="b1379d39-a30a-4d81-97fb-97a2c804a02c" providerId="ADAL" clId="{4EA6C6AD-92F3-4EC3-A232-02B95C99FFBA}" dt="2026-07-30T23:03:47.346" v="565" actId="478"/>
          <ac:spMkLst>
            <pc:docMk/>
            <pc:sldMk cId="3780098730" sldId="273"/>
            <ac:spMk id="9" creationId="{00000000-0000-0000-0000-000000000000}"/>
          </ac:spMkLst>
        </pc:spChg>
        <pc:spChg chg="mod">
          <ac:chgData name="Brodie Cruse" userId="b1379d39-a30a-4d81-97fb-97a2c804a02c" providerId="ADAL" clId="{4EA6C6AD-92F3-4EC3-A232-02B95C99FFBA}" dt="2026-07-30T23:04:11.564" v="570" actId="1076"/>
          <ac:spMkLst>
            <pc:docMk/>
            <pc:sldMk cId="3780098730" sldId="273"/>
            <ac:spMk id="11" creationId="{00000000-0000-0000-0000-000000000000}"/>
          </ac:spMkLst>
        </pc:spChg>
        <pc:spChg chg="add mod">
          <ac:chgData name="Brodie Cruse" userId="b1379d39-a30a-4d81-97fb-97a2c804a02c" providerId="ADAL" clId="{4EA6C6AD-92F3-4EC3-A232-02B95C99FFBA}" dt="2026-07-30T23:08:00.897" v="588"/>
          <ac:spMkLst>
            <pc:docMk/>
            <pc:sldMk cId="3780098730" sldId="273"/>
            <ac:spMk id="12" creationId="{AA0461AC-DCDC-58D0-B526-F4BEB76427A8}"/>
          </ac:spMkLst>
        </pc:spChg>
        <pc:picChg chg="mod modCrop">
          <ac:chgData name="Brodie Cruse" userId="b1379d39-a30a-4d81-97fb-97a2c804a02c" providerId="ADAL" clId="{4EA6C6AD-92F3-4EC3-A232-02B95C99FFBA}" dt="2026-07-30T23:05:15.308" v="586" actId="1076"/>
          <ac:picMkLst>
            <pc:docMk/>
            <pc:sldMk cId="3780098730" sldId="273"/>
            <ac:picMk id="5" creationId="{8851274E-B4BD-9504-6CE5-A811BFA0CEE2}"/>
          </ac:picMkLst>
        </pc:picChg>
        <pc:picChg chg="add mod">
          <ac:chgData name="Brodie Cruse" userId="b1379d39-a30a-4d81-97fb-97a2c804a02c" providerId="ADAL" clId="{4EA6C6AD-92F3-4EC3-A232-02B95C99FFBA}" dt="2026-07-30T23:05:17.622" v="587" actId="1076"/>
          <ac:picMkLst>
            <pc:docMk/>
            <pc:sldMk cId="3780098730" sldId="273"/>
            <ac:picMk id="6" creationId="{B273E786-B468-4BD2-13DC-91BA9E03EC3A}"/>
          </ac:picMkLst>
        </pc:picChg>
      </pc:sldChg>
      <pc:sldChg chg="addSp delSp modSp mod">
        <pc:chgData name="Brodie Cruse" userId="b1379d39-a30a-4d81-97fb-97a2c804a02c" providerId="ADAL" clId="{4EA6C6AD-92F3-4EC3-A232-02B95C99FFBA}" dt="2026-07-31T02:33:04.572" v="757" actId="1076"/>
        <pc:sldMkLst>
          <pc:docMk/>
          <pc:sldMk cId="4119382516" sldId="276"/>
        </pc:sldMkLst>
        <pc:spChg chg="del mod">
          <ac:chgData name="Brodie Cruse" userId="b1379d39-a30a-4d81-97fb-97a2c804a02c" providerId="ADAL" clId="{4EA6C6AD-92F3-4EC3-A232-02B95C99FFBA}" dt="2026-07-31T02:32:59.729" v="752" actId="478"/>
          <ac:spMkLst>
            <pc:docMk/>
            <pc:sldMk cId="4119382516" sldId="276"/>
            <ac:spMk id="9" creationId="{00000000-0000-0000-0000-000000000000}"/>
          </ac:spMkLst>
        </pc:spChg>
        <pc:picChg chg="add mod">
          <ac:chgData name="Brodie Cruse" userId="b1379d39-a30a-4d81-97fb-97a2c804a02c" providerId="ADAL" clId="{4EA6C6AD-92F3-4EC3-A232-02B95C99FFBA}" dt="2026-07-31T02:33:04.572" v="757" actId="1076"/>
          <ac:picMkLst>
            <pc:docMk/>
            <pc:sldMk cId="4119382516" sldId="276"/>
            <ac:picMk id="5" creationId="{2F61A401-E22B-04F0-8B78-D1A104CEA132}"/>
          </ac:picMkLst>
        </pc:picChg>
      </pc:sldChg>
      <pc:sldChg chg="addSp delSp modSp mod">
        <pc:chgData name="Brodie Cruse" userId="b1379d39-a30a-4d81-97fb-97a2c804a02c" providerId="ADAL" clId="{4EA6C6AD-92F3-4EC3-A232-02B95C99FFBA}" dt="2026-07-31T03:37:28.522" v="774" actId="1076"/>
        <pc:sldMkLst>
          <pc:docMk/>
          <pc:sldMk cId="975315809" sldId="282"/>
        </pc:sldMkLst>
        <pc:spChg chg="mod">
          <ac:chgData name="Brodie Cruse" userId="b1379d39-a30a-4d81-97fb-97a2c804a02c" providerId="ADAL" clId="{4EA6C6AD-92F3-4EC3-A232-02B95C99FFBA}" dt="2026-07-31T02:18:36.563" v="661" actId="14100"/>
          <ac:spMkLst>
            <pc:docMk/>
            <pc:sldMk cId="975315809" sldId="282"/>
            <ac:spMk id="2" creationId="{85400040-21D4-CD71-1712-955333B4FDBD}"/>
          </ac:spMkLst>
        </pc:spChg>
        <pc:spChg chg="mod">
          <ac:chgData name="Brodie Cruse" userId="b1379d39-a30a-4d81-97fb-97a2c804a02c" providerId="ADAL" clId="{4EA6C6AD-92F3-4EC3-A232-02B95C99FFBA}" dt="2026-07-31T02:21:09.760" v="749" actId="20577"/>
          <ac:spMkLst>
            <pc:docMk/>
            <pc:sldMk cId="975315809" sldId="282"/>
            <ac:spMk id="3" creationId="{DE7733E1-1C19-4FE6-289B-5FB21E211200}"/>
          </ac:spMkLst>
        </pc:spChg>
        <pc:spChg chg="mod">
          <ac:chgData name="Brodie Cruse" userId="b1379d39-a30a-4d81-97fb-97a2c804a02c" providerId="ADAL" clId="{4EA6C6AD-92F3-4EC3-A232-02B95C99FFBA}" dt="2026-07-31T02:19:15.604" v="668" actId="14100"/>
          <ac:spMkLst>
            <pc:docMk/>
            <pc:sldMk cId="975315809" sldId="282"/>
            <ac:spMk id="7" creationId="{B91E673B-7394-E4A1-56F2-AF03A5C750E0}"/>
          </ac:spMkLst>
        </pc:spChg>
        <pc:spChg chg="mod">
          <ac:chgData name="Brodie Cruse" userId="b1379d39-a30a-4d81-97fb-97a2c804a02c" providerId="ADAL" clId="{4EA6C6AD-92F3-4EC3-A232-02B95C99FFBA}" dt="2026-07-31T02:17:31.758" v="657" actId="1076"/>
          <ac:spMkLst>
            <pc:docMk/>
            <pc:sldMk cId="975315809" sldId="282"/>
            <ac:spMk id="8" creationId="{0C70FF00-169F-17F4-BA92-6429C3CEA9DB}"/>
          </ac:spMkLst>
        </pc:spChg>
        <pc:spChg chg="mod">
          <ac:chgData name="Brodie Cruse" userId="b1379d39-a30a-4d81-97fb-97a2c804a02c" providerId="ADAL" clId="{4EA6C6AD-92F3-4EC3-A232-02B95C99FFBA}" dt="2026-07-31T02:19:21.036" v="669" actId="14100"/>
          <ac:spMkLst>
            <pc:docMk/>
            <pc:sldMk cId="975315809" sldId="282"/>
            <ac:spMk id="9" creationId="{DB844FED-8BAB-4381-5E84-D86B8E97C2B0}"/>
          </ac:spMkLst>
        </pc:spChg>
        <pc:spChg chg="add del mod">
          <ac:chgData name="Brodie Cruse" userId="b1379d39-a30a-4d81-97fb-97a2c804a02c" providerId="ADAL" clId="{4EA6C6AD-92F3-4EC3-A232-02B95C99FFBA}" dt="2026-07-31T02:08:58.579" v="631" actId="478"/>
          <ac:spMkLst>
            <pc:docMk/>
            <pc:sldMk cId="975315809" sldId="282"/>
            <ac:spMk id="10" creationId="{0C4E2748-EF35-8D71-C5F3-F17040AB8DD7}"/>
          </ac:spMkLst>
        </pc:spChg>
        <pc:graphicFrameChg chg="mod">
          <ac:chgData name="Brodie Cruse" userId="b1379d39-a30a-4d81-97fb-97a2c804a02c" providerId="ADAL" clId="{4EA6C6AD-92F3-4EC3-A232-02B95C99FFBA}" dt="2026-07-31T03:37:25.465" v="772" actId="1076"/>
          <ac:graphicFrameMkLst>
            <pc:docMk/>
            <pc:sldMk cId="975315809" sldId="282"/>
            <ac:graphicFrameMk id="15" creationId="{B9FE40C3-9A93-440F-640E-1C6DAD434E82}"/>
          </ac:graphicFrameMkLst>
        </pc:graphicFrameChg>
        <pc:picChg chg="add mod modCrop">
          <ac:chgData name="Brodie Cruse" userId="b1379d39-a30a-4d81-97fb-97a2c804a02c" providerId="ADAL" clId="{4EA6C6AD-92F3-4EC3-A232-02B95C99FFBA}" dt="2026-07-31T02:19:25.911" v="670" actId="14100"/>
          <ac:picMkLst>
            <pc:docMk/>
            <pc:sldMk cId="975315809" sldId="282"/>
            <ac:picMk id="11" creationId="{B7410AF4-ECC5-9C59-A2AC-747DEA350E36}"/>
          </ac:picMkLst>
        </pc:picChg>
        <pc:picChg chg="add mod">
          <ac:chgData name="Brodie Cruse" userId="b1379d39-a30a-4d81-97fb-97a2c804a02c" providerId="ADAL" clId="{4EA6C6AD-92F3-4EC3-A232-02B95C99FFBA}" dt="2026-07-31T03:37:28.522" v="774" actId="1076"/>
          <ac:picMkLst>
            <pc:docMk/>
            <pc:sldMk cId="975315809" sldId="282"/>
            <ac:picMk id="13" creationId="{11B28C03-4A9E-EE0C-498F-C392A9673F01}"/>
          </ac:picMkLst>
        </pc:picChg>
      </pc:sldChg>
      <pc:sldChg chg="modSp del mod">
        <pc:chgData name="Brodie Cruse" userId="b1379d39-a30a-4d81-97fb-97a2c804a02c" providerId="ADAL" clId="{4EA6C6AD-92F3-4EC3-A232-02B95C99FFBA}" dt="2026-07-31T03:31:21.419" v="761" actId="47"/>
        <pc:sldMkLst>
          <pc:docMk/>
          <pc:sldMk cId="3220204868" sldId="283"/>
        </pc:sldMkLst>
        <pc:spChg chg="mod">
          <ac:chgData name="Brodie Cruse" userId="b1379d39-a30a-4d81-97fb-97a2c804a02c" providerId="ADAL" clId="{4EA6C6AD-92F3-4EC3-A232-02B95C99FFBA}" dt="2026-07-31T02:21:04.146" v="747" actId="20577"/>
          <ac:spMkLst>
            <pc:docMk/>
            <pc:sldMk cId="3220204868" sldId="283"/>
            <ac:spMk id="3" creationId="{B1D9002A-FF05-349F-3CF4-3070E6A9FB6F}"/>
          </ac:spMkLst>
        </pc:spChg>
      </pc:sldChg>
      <pc:sldChg chg="modSp mod">
        <pc:chgData name="Brodie Cruse" userId="b1379d39-a30a-4d81-97fb-97a2c804a02c" providerId="ADAL" clId="{4EA6C6AD-92F3-4EC3-A232-02B95C99FFBA}" dt="2026-07-31T02:51:22.818" v="760"/>
        <pc:sldMkLst>
          <pc:docMk/>
          <pc:sldMk cId="3558483628" sldId="285"/>
        </pc:sldMkLst>
        <pc:spChg chg="mod">
          <ac:chgData name="Brodie Cruse" userId="b1379d39-a30a-4d81-97fb-97a2c804a02c" providerId="ADAL" clId="{4EA6C6AD-92F3-4EC3-A232-02B95C99FFBA}" dt="2026-07-31T02:51:22.818" v="760"/>
          <ac:spMkLst>
            <pc:docMk/>
            <pc:sldMk cId="3558483628" sldId="285"/>
            <ac:spMk id="8" creationId="{71D7191A-02F9-B87E-A259-02565634C820}"/>
          </ac:spMkLst>
        </pc:spChg>
      </pc:sldChg>
      <pc:sldChg chg="addSp modSp mod">
        <pc:chgData name="Brodie Cruse" userId="b1379d39-a30a-4d81-97fb-97a2c804a02c" providerId="ADAL" clId="{4EA6C6AD-92F3-4EC3-A232-02B95C99FFBA}" dt="2026-07-31T03:37:21.651" v="771" actId="1076"/>
        <pc:sldMkLst>
          <pc:docMk/>
          <pc:sldMk cId="34614290" sldId="287"/>
        </pc:sldMkLst>
        <pc:graphicFrameChg chg="mod">
          <ac:chgData name="Brodie Cruse" userId="b1379d39-a30a-4d81-97fb-97a2c804a02c" providerId="ADAL" clId="{4EA6C6AD-92F3-4EC3-A232-02B95C99FFBA}" dt="2026-07-31T03:37:20.615" v="770" actId="1076"/>
          <ac:graphicFrameMkLst>
            <pc:docMk/>
            <pc:sldMk cId="34614290" sldId="287"/>
            <ac:graphicFrameMk id="6" creationId="{C6B4F2A1-6894-AD09-F1A8-B1E55E8B1F74}"/>
          </ac:graphicFrameMkLst>
        </pc:graphicFrameChg>
        <pc:picChg chg="add mod modCrop">
          <ac:chgData name="Brodie Cruse" userId="b1379d39-a30a-4d81-97fb-97a2c804a02c" providerId="ADAL" clId="{4EA6C6AD-92F3-4EC3-A232-02B95C99FFBA}" dt="2026-07-31T03:37:21.651" v="771" actId="1076"/>
          <ac:picMkLst>
            <pc:docMk/>
            <pc:sldMk cId="34614290" sldId="287"/>
            <ac:picMk id="10" creationId="{E2674926-0BA0-A123-20C9-C0C39006518A}"/>
          </ac:picMkLst>
        </pc:picChg>
      </pc:sldChg>
    </pc:docChg>
  </pc:docChgLst>
  <pc:docChgLst>
    <pc:chgData name="Matthew McGill" userId="b6269137-6573-4e3c-acce-52235e626b36" providerId="ADAL" clId="{D437092B-DCA3-49FC-9AFF-89F806EC67D1}"/>
    <pc:docChg chg="modSld sldOrd">
      <pc:chgData name="Matthew McGill" userId="b6269137-6573-4e3c-acce-52235e626b36" providerId="ADAL" clId="{D437092B-DCA3-49FC-9AFF-89F806EC67D1}" dt="2026-07-30T03:54:34.884" v="222" actId="20577"/>
      <pc:docMkLst>
        <pc:docMk/>
      </pc:docMkLst>
      <pc:sldChg chg="modSp mod">
        <pc:chgData name="Matthew McGill" userId="b6269137-6573-4e3c-acce-52235e626b36" providerId="ADAL" clId="{D437092B-DCA3-49FC-9AFF-89F806EC67D1}" dt="2026-07-30T03:53:56.963" v="182" actId="20577"/>
        <pc:sldMkLst>
          <pc:docMk/>
          <pc:sldMk cId="617056607" sldId="258"/>
        </pc:sldMkLst>
        <pc:spChg chg="mod">
          <ac:chgData name="Matthew McGill" userId="b6269137-6573-4e3c-acce-52235e626b36" providerId="ADAL" clId="{D437092B-DCA3-49FC-9AFF-89F806EC67D1}" dt="2026-07-30T03:53:56.963" v="182" actId="20577"/>
          <ac:spMkLst>
            <pc:docMk/>
            <pc:sldMk cId="617056607" sldId="258"/>
            <ac:spMk id="5" creationId="{00000000-0000-0000-0000-000000000000}"/>
          </ac:spMkLst>
        </pc:spChg>
      </pc:sldChg>
      <pc:sldChg chg="modSp mod">
        <pc:chgData name="Matthew McGill" userId="b6269137-6573-4e3c-acce-52235e626b36" providerId="ADAL" clId="{D437092B-DCA3-49FC-9AFF-89F806EC67D1}" dt="2026-07-30T03:54:34.884" v="222" actId="20577"/>
        <pc:sldMkLst>
          <pc:docMk/>
          <pc:sldMk cId="2755979249" sldId="259"/>
        </pc:sldMkLst>
        <pc:spChg chg="mod">
          <ac:chgData name="Matthew McGill" userId="b6269137-6573-4e3c-acce-52235e626b36" providerId="ADAL" clId="{D437092B-DCA3-49FC-9AFF-89F806EC67D1}" dt="2026-07-30T03:54:34.884" v="222" actId="20577"/>
          <ac:spMkLst>
            <pc:docMk/>
            <pc:sldMk cId="2755979249" sldId="259"/>
            <ac:spMk id="5" creationId="{00000000-0000-0000-0000-000000000000}"/>
          </ac:spMkLst>
        </pc:spChg>
      </pc:sldChg>
      <pc:sldChg chg="ord">
        <pc:chgData name="Matthew McGill" userId="b6269137-6573-4e3c-acce-52235e626b36" providerId="ADAL" clId="{D437092B-DCA3-49FC-9AFF-89F806EC67D1}" dt="2026-07-30T03:50:48.834" v="35"/>
        <pc:sldMkLst>
          <pc:docMk/>
          <pc:sldMk cId="865187120" sldId="271"/>
        </pc:sldMkLst>
      </pc:sldChg>
      <pc:sldChg chg="modSp mod">
        <pc:chgData name="Matthew McGill" userId="b6269137-6573-4e3c-acce-52235e626b36" providerId="ADAL" clId="{D437092B-DCA3-49FC-9AFF-89F806EC67D1}" dt="2026-07-30T03:54:17.814" v="202" actId="20577"/>
        <pc:sldMkLst>
          <pc:docMk/>
          <pc:sldMk cId="3672877498" sldId="272"/>
        </pc:sldMkLst>
        <pc:spChg chg="mod">
          <ac:chgData name="Matthew McGill" userId="b6269137-6573-4e3c-acce-52235e626b36" providerId="ADAL" clId="{D437092B-DCA3-49FC-9AFF-89F806EC67D1}" dt="2026-07-30T03:54:17.814" v="202" actId="20577"/>
          <ac:spMkLst>
            <pc:docMk/>
            <pc:sldMk cId="3672877498" sldId="272"/>
            <ac:spMk id="5" creationId="{500067F6-35C1-5176-C495-14BE77C5F745}"/>
          </ac:spMkLst>
        </pc:spChg>
      </pc:sldChg>
      <pc:sldChg chg="modSp mod">
        <pc:chgData name="Matthew McGill" userId="b6269137-6573-4e3c-acce-52235e626b36" providerId="ADAL" clId="{D437092B-DCA3-49FC-9AFF-89F806EC67D1}" dt="2026-07-30T03:50:37.314" v="33" actId="20577"/>
        <pc:sldMkLst>
          <pc:docMk/>
          <pc:sldMk cId="3780098730" sldId="273"/>
        </pc:sldMkLst>
        <pc:spChg chg="mod">
          <ac:chgData name="Matthew McGill" userId="b6269137-6573-4e3c-acce-52235e626b36" providerId="ADAL" clId="{D437092B-DCA3-49FC-9AFF-89F806EC67D1}" dt="2026-07-30T03:50:37.314" v="33" actId="20577"/>
          <ac:spMkLst>
            <pc:docMk/>
            <pc:sldMk cId="3780098730" sldId="273"/>
            <ac:spMk id="3" creationId="{BF166C41-DF03-C1FD-4196-A3629D67BDA3}"/>
          </ac:spMkLst>
        </pc:spChg>
      </pc:sldChg>
      <pc:sldChg chg="modSp mod">
        <pc:chgData name="Matthew McGill" userId="b6269137-6573-4e3c-acce-52235e626b36" providerId="ADAL" clId="{D437092B-DCA3-49FC-9AFF-89F806EC67D1}" dt="2026-07-30T03:51:38.111" v="67" actId="20577"/>
        <pc:sldMkLst>
          <pc:docMk/>
          <pc:sldMk cId="578680170" sldId="274"/>
        </pc:sldMkLst>
        <pc:spChg chg="mod">
          <ac:chgData name="Matthew McGill" userId="b6269137-6573-4e3c-acce-52235e626b36" providerId="ADAL" clId="{D437092B-DCA3-49FC-9AFF-89F806EC67D1}" dt="2026-07-30T03:51:38.111" v="67" actId="20577"/>
          <ac:spMkLst>
            <pc:docMk/>
            <pc:sldMk cId="578680170" sldId="274"/>
            <ac:spMk id="3" creationId="{C0648842-0DCA-487C-C270-FD6D77C8BB57}"/>
          </ac:spMkLst>
        </pc:spChg>
      </pc:sldChg>
      <pc:sldChg chg="modSp mod">
        <pc:chgData name="Matthew McGill" userId="b6269137-6573-4e3c-acce-52235e626b36" providerId="ADAL" clId="{D437092B-DCA3-49FC-9AFF-89F806EC67D1}" dt="2026-07-30T03:51:59.327" v="81" actId="20577"/>
        <pc:sldMkLst>
          <pc:docMk/>
          <pc:sldMk cId="3365855906" sldId="275"/>
        </pc:sldMkLst>
        <pc:spChg chg="mod">
          <ac:chgData name="Matthew McGill" userId="b6269137-6573-4e3c-acce-52235e626b36" providerId="ADAL" clId="{D437092B-DCA3-49FC-9AFF-89F806EC67D1}" dt="2026-07-30T03:51:59.327" v="81" actId="20577"/>
          <ac:spMkLst>
            <pc:docMk/>
            <pc:sldMk cId="3365855906" sldId="275"/>
            <ac:spMk id="3" creationId="{7E6C6D7C-0C8C-CBF9-DEB6-393B5C159125}"/>
          </ac:spMkLst>
        </pc:spChg>
      </pc:sldChg>
      <pc:sldChg chg="modSp mod">
        <pc:chgData name="Matthew McGill" userId="b6269137-6573-4e3c-acce-52235e626b36" providerId="ADAL" clId="{D437092B-DCA3-49FC-9AFF-89F806EC67D1}" dt="2026-07-30T03:52:36.278" v="99" actId="20577"/>
        <pc:sldMkLst>
          <pc:docMk/>
          <pc:sldMk cId="4119382516" sldId="276"/>
        </pc:sldMkLst>
        <pc:spChg chg="mod">
          <ac:chgData name="Matthew McGill" userId="b6269137-6573-4e3c-acce-52235e626b36" providerId="ADAL" clId="{D437092B-DCA3-49FC-9AFF-89F806EC67D1}" dt="2026-07-30T03:52:36.278" v="99" actId="20577"/>
          <ac:spMkLst>
            <pc:docMk/>
            <pc:sldMk cId="4119382516" sldId="276"/>
            <ac:spMk id="3" creationId="{D0426A38-F39B-17DD-E545-6C9F8F039BCD}"/>
          </ac:spMkLst>
        </pc:spChg>
      </pc:sldChg>
      <pc:sldChg chg="modSp mod">
        <pc:chgData name="Matthew McGill" userId="b6269137-6573-4e3c-acce-52235e626b36" providerId="ADAL" clId="{D437092B-DCA3-49FC-9AFF-89F806EC67D1}" dt="2026-07-30T03:52:56.692" v="134" actId="20577"/>
        <pc:sldMkLst>
          <pc:docMk/>
          <pc:sldMk cId="2219360331" sldId="277"/>
        </pc:sldMkLst>
        <pc:spChg chg="mod">
          <ac:chgData name="Matthew McGill" userId="b6269137-6573-4e3c-acce-52235e626b36" providerId="ADAL" clId="{D437092B-DCA3-49FC-9AFF-89F806EC67D1}" dt="2026-07-30T03:52:56.692" v="134" actId="20577"/>
          <ac:spMkLst>
            <pc:docMk/>
            <pc:sldMk cId="2219360331" sldId="277"/>
            <ac:spMk id="3" creationId="{042A5365-EB3A-0FBE-9880-203E08725564}"/>
          </ac:spMkLst>
        </pc:spChg>
      </pc:sldChg>
      <pc:sldChg chg="modSp mod">
        <pc:chgData name="Matthew McGill" userId="b6269137-6573-4e3c-acce-52235e626b36" providerId="ADAL" clId="{D437092B-DCA3-49FC-9AFF-89F806EC67D1}" dt="2026-07-30T03:53:38.882" v="158" actId="20577"/>
        <pc:sldMkLst>
          <pc:docMk/>
          <pc:sldMk cId="4115491787" sldId="278"/>
        </pc:sldMkLst>
        <pc:spChg chg="mod">
          <ac:chgData name="Matthew McGill" userId="b6269137-6573-4e3c-acce-52235e626b36" providerId="ADAL" clId="{D437092B-DCA3-49FC-9AFF-89F806EC67D1}" dt="2026-07-30T03:53:38.882" v="158" actId="20577"/>
          <ac:spMkLst>
            <pc:docMk/>
            <pc:sldMk cId="4115491787" sldId="278"/>
            <ac:spMk id="3" creationId="{DA60E96E-18BE-ACB4-DDCE-F892FD7ED7AB}"/>
          </ac:spMkLst>
        </pc:spChg>
      </pc:sldChg>
    </pc:docChg>
  </pc:docChgLst>
  <pc:docChgLst>
    <pc:chgData name="Brodie Cruse" userId="b1379d39-a30a-4d81-97fb-97a2c804a02c" providerId="ADAL" clId="{FCB22A8B-7F84-4A7B-B7ED-7833A55E95FF}"/>
    <pc:docChg chg="undo redo custSel addSld delSld modSld sldOrd">
      <pc:chgData name="Brodie Cruse" userId="b1379d39-a30a-4d81-97fb-97a2c804a02c" providerId="ADAL" clId="{FCB22A8B-7F84-4A7B-B7ED-7833A55E95FF}" dt="2026-07-31T03:56:06.587" v="1843" actId="14100"/>
      <pc:docMkLst>
        <pc:docMk/>
      </pc:docMkLst>
      <pc:sldChg chg="addSp delSp modSp mod modNotesTx">
        <pc:chgData name="Brodie Cruse" userId="b1379d39-a30a-4d81-97fb-97a2c804a02c" providerId="ADAL" clId="{FCB22A8B-7F84-4A7B-B7ED-7833A55E95FF}" dt="2026-07-31T02:28:18.281" v="1190" actId="20577"/>
        <pc:sldMkLst>
          <pc:docMk/>
          <pc:sldMk cId="1254738402" sldId="256"/>
        </pc:sldMkLst>
        <pc:spChg chg="add del mod">
          <ac:chgData name="Brodie Cruse" userId="b1379d39-a30a-4d81-97fb-97a2c804a02c" providerId="ADAL" clId="{FCB22A8B-7F84-4A7B-B7ED-7833A55E95FF}" dt="2026-07-30T23:10:30.321" v="236" actId="478"/>
          <ac:spMkLst>
            <pc:docMk/>
            <pc:sldMk cId="1254738402" sldId="256"/>
            <ac:spMk id="3" creationId="{D2ED5ECF-BA9E-D148-977C-BA315A6985BD}"/>
          </ac:spMkLst>
        </pc:spChg>
        <pc:spChg chg="add mod">
          <ac:chgData name="Brodie Cruse" userId="b1379d39-a30a-4d81-97fb-97a2c804a02c" providerId="ADAL" clId="{FCB22A8B-7F84-4A7B-B7ED-7833A55E95FF}" dt="2026-07-30T23:10:40.577" v="240" actId="1076"/>
          <ac:spMkLst>
            <pc:docMk/>
            <pc:sldMk cId="1254738402" sldId="256"/>
            <ac:spMk id="4" creationId="{D7D4F7DC-847D-C4E8-9171-BFA1A8D15F39}"/>
          </ac:spMkLst>
        </pc:spChg>
        <pc:spChg chg="mod">
          <ac:chgData name="Brodie Cruse" userId="b1379d39-a30a-4d81-97fb-97a2c804a02c" providerId="ADAL" clId="{FCB22A8B-7F84-4A7B-B7ED-7833A55E95FF}" dt="2026-07-30T23:10:32.804" v="238" actId="1076"/>
          <ac:spMkLst>
            <pc:docMk/>
            <pc:sldMk cId="1254738402" sldId="256"/>
            <ac:spMk id="6" creationId="{00000000-0000-0000-0000-000000000000}"/>
          </ac:spMkLst>
        </pc:spChg>
        <pc:spChg chg="del mod">
          <ac:chgData name="Brodie Cruse" userId="b1379d39-a30a-4d81-97fb-97a2c804a02c" providerId="ADAL" clId="{FCB22A8B-7F84-4A7B-B7ED-7833A55E95FF}" dt="2026-07-30T23:10:23.036" v="234" actId="478"/>
          <ac:spMkLst>
            <pc:docMk/>
            <pc:sldMk cId="1254738402" sldId="256"/>
            <ac:spMk id="7" creationId="{00000000-0000-0000-0000-000000000000}"/>
          </ac:spMkLst>
        </pc:spChg>
      </pc:sldChg>
      <pc:sldChg chg="addSp modSp mod modNotesTx">
        <pc:chgData name="Brodie Cruse" userId="b1379d39-a30a-4d81-97fb-97a2c804a02c" providerId="ADAL" clId="{FCB22A8B-7F84-4A7B-B7ED-7833A55E95FF}" dt="2026-07-31T02:28:28.136" v="1191" actId="20577"/>
        <pc:sldMkLst>
          <pc:docMk/>
          <pc:sldMk cId="4287699907" sldId="257"/>
        </pc:sldMkLst>
        <pc:spChg chg="mod">
          <ac:chgData name="Brodie Cruse" userId="b1379d39-a30a-4d81-97fb-97a2c804a02c" providerId="ADAL" clId="{FCB22A8B-7F84-4A7B-B7ED-7833A55E95FF}" dt="2026-07-31T00:24:45.528" v="824" actId="14100"/>
          <ac:spMkLst>
            <pc:docMk/>
            <pc:sldMk cId="4287699907" sldId="257"/>
            <ac:spMk id="5" creationId="{02D88F9C-BE47-E221-1450-3600F95280F7}"/>
          </ac:spMkLst>
        </pc:spChg>
        <pc:picChg chg="mod">
          <ac:chgData name="Brodie Cruse" userId="b1379d39-a30a-4d81-97fb-97a2c804a02c" providerId="ADAL" clId="{FCB22A8B-7F84-4A7B-B7ED-7833A55E95FF}" dt="2026-07-31T00:24:54.940" v="827" actId="14100"/>
          <ac:picMkLst>
            <pc:docMk/>
            <pc:sldMk cId="4287699907" sldId="257"/>
            <ac:picMk id="7" creationId="{F5CEF36E-41A5-8EDF-6661-7E41867446B7}"/>
          </ac:picMkLst>
        </pc:picChg>
        <pc:picChg chg="mod modCrop">
          <ac:chgData name="Brodie Cruse" userId="b1379d39-a30a-4d81-97fb-97a2c804a02c" providerId="ADAL" clId="{FCB22A8B-7F84-4A7B-B7ED-7833A55E95FF}" dt="2026-07-31T00:25:14.650" v="833" actId="1076"/>
          <ac:picMkLst>
            <pc:docMk/>
            <pc:sldMk cId="4287699907" sldId="257"/>
            <ac:picMk id="11" creationId="{9DA8EA36-8498-4AE6-41BC-48F760BFCECB}"/>
          </ac:picMkLst>
        </pc:picChg>
      </pc:sldChg>
      <pc:sldChg chg="addSp modSp">
        <pc:chgData name="Brodie Cruse" userId="b1379d39-a30a-4d81-97fb-97a2c804a02c" providerId="ADAL" clId="{FCB22A8B-7F84-4A7B-B7ED-7833A55E95FF}" dt="2026-07-29T22:20:47.510" v="2"/>
        <pc:sldMkLst>
          <pc:docMk/>
          <pc:sldMk cId="2755979249" sldId="259"/>
        </pc:sldMkLst>
      </pc:sldChg>
      <pc:sldChg chg="del">
        <pc:chgData name="Brodie Cruse" userId="b1379d39-a30a-4d81-97fb-97a2c804a02c" providerId="ADAL" clId="{FCB22A8B-7F84-4A7B-B7ED-7833A55E95FF}" dt="2026-07-30T23:16:54.270" v="388" actId="47"/>
        <pc:sldMkLst>
          <pc:docMk/>
          <pc:sldMk cId="865187120" sldId="271"/>
        </pc:sldMkLst>
      </pc:sldChg>
      <pc:sldChg chg="modSp mod">
        <pc:chgData name="Brodie Cruse" userId="b1379d39-a30a-4d81-97fb-97a2c804a02c" providerId="ADAL" clId="{FCB22A8B-7F84-4A7B-B7ED-7833A55E95FF}" dt="2026-07-31T03:56:06.587" v="1843" actId="14100"/>
        <pc:sldMkLst>
          <pc:docMk/>
          <pc:sldMk cId="3672877498" sldId="272"/>
        </pc:sldMkLst>
        <pc:spChg chg="mod">
          <ac:chgData name="Brodie Cruse" userId="b1379d39-a30a-4d81-97fb-97a2c804a02c" providerId="ADAL" clId="{FCB22A8B-7F84-4A7B-B7ED-7833A55E95FF}" dt="2026-07-31T03:56:06.587" v="1843" actId="14100"/>
          <ac:spMkLst>
            <pc:docMk/>
            <pc:sldMk cId="3672877498" sldId="272"/>
            <ac:spMk id="5" creationId="{500067F6-35C1-5176-C495-14BE77C5F745}"/>
          </ac:spMkLst>
        </pc:spChg>
        <pc:graphicFrameChg chg="modGraphic">
          <ac:chgData name="Brodie Cruse" userId="b1379d39-a30a-4d81-97fb-97a2c804a02c" providerId="ADAL" clId="{FCB22A8B-7F84-4A7B-B7ED-7833A55E95FF}" dt="2026-07-31T03:55:21.359" v="1842" actId="20577"/>
          <ac:graphicFrameMkLst>
            <pc:docMk/>
            <pc:sldMk cId="3672877498" sldId="272"/>
            <ac:graphicFrameMk id="8" creationId="{00000000-0000-0000-0000-000000000000}"/>
          </ac:graphicFrameMkLst>
        </pc:graphicFrameChg>
      </pc:sldChg>
      <pc:sldChg chg="modSp add mod setBg modNotesTx">
        <pc:chgData name="Brodie Cruse" userId="b1379d39-a30a-4d81-97fb-97a2c804a02c" providerId="ADAL" clId="{FCB22A8B-7F84-4A7B-B7ED-7833A55E95FF}" dt="2026-07-31T03:22:16.041" v="1648" actId="20577"/>
        <pc:sldMkLst>
          <pc:docMk/>
          <pc:sldMk cId="3780098730" sldId="273"/>
        </pc:sldMkLst>
        <pc:spChg chg="mod">
          <ac:chgData name="Brodie Cruse" userId="b1379d39-a30a-4d81-97fb-97a2c804a02c" providerId="ADAL" clId="{FCB22A8B-7F84-4A7B-B7ED-7833A55E95FF}" dt="2026-07-30T22:14:45.095" v="56" actId="20577"/>
          <ac:spMkLst>
            <pc:docMk/>
            <pc:sldMk cId="3780098730" sldId="273"/>
            <ac:spMk id="3" creationId="{BF166C41-DF03-C1FD-4196-A3629D67BDA3}"/>
          </ac:spMkLst>
        </pc:spChg>
        <pc:spChg chg="mod">
          <ac:chgData name="Brodie Cruse" userId="b1379d39-a30a-4d81-97fb-97a2c804a02c" providerId="ADAL" clId="{FCB22A8B-7F84-4A7B-B7ED-7833A55E95FF}" dt="2026-07-30T23:13:56.315" v="293" actId="14100"/>
          <ac:spMkLst>
            <pc:docMk/>
            <pc:sldMk cId="3780098730" sldId="273"/>
            <ac:spMk id="4" creationId="{EE655A85-5E41-E0AC-06CA-9F37E59D4F55}"/>
          </ac:spMkLst>
        </pc:spChg>
        <pc:spChg chg="mod">
          <ac:chgData name="Brodie Cruse" userId="b1379d39-a30a-4d81-97fb-97a2c804a02c" providerId="ADAL" clId="{FCB22A8B-7F84-4A7B-B7ED-7833A55E95FF}" dt="2026-07-30T22:16:40.196" v="152" actId="20577"/>
          <ac:spMkLst>
            <pc:docMk/>
            <pc:sldMk cId="3780098730" sldId="273"/>
            <ac:spMk id="8" creationId="{4FFC241E-6B3C-8144-F095-692CBD575FBB}"/>
          </ac:spMkLst>
        </pc:spChg>
        <pc:spChg chg="mod">
          <ac:chgData name="Brodie Cruse" userId="b1379d39-a30a-4d81-97fb-97a2c804a02c" providerId="ADAL" clId="{FCB22A8B-7F84-4A7B-B7ED-7833A55E95FF}" dt="2026-07-31T03:22:16.041" v="1648" actId="20577"/>
          <ac:spMkLst>
            <pc:docMk/>
            <pc:sldMk cId="3780098730" sldId="273"/>
            <ac:spMk id="12" creationId="{AA0461AC-DCDC-58D0-B526-F4BEB76427A8}"/>
          </ac:spMkLst>
        </pc:spChg>
      </pc:sldChg>
      <pc:sldChg chg="addSp delSp modSp add del mod setBg">
        <pc:chgData name="Brodie Cruse" userId="b1379d39-a30a-4d81-97fb-97a2c804a02c" providerId="ADAL" clId="{FCB22A8B-7F84-4A7B-B7ED-7833A55E95FF}" dt="2026-07-31T00:24:09.226" v="823" actId="47"/>
        <pc:sldMkLst>
          <pc:docMk/>
          <pc:sldMk cId="578680170" sldId="274"/>
        </pc:sldMkLst>
        <pc:spChg chg="mod">
          <ac:chgData name="Brodie Cruse" userId="b1379d39-a30a-4d81-97fb-97a2c804a02c" providerId="ADAL" clId="{FCB22A8B-7F84-4A7B-B7ED-7833A55E95FF}" dt="2026-07-30T23:33:41.640" v="408" actId="20577"/>
          <ac:spMkLst>
            <pc:docMk/>
            <pc:sldMk cId="578680170" sldId="274"/>
            <ac:spMk id="3" creationId="{C0648842-0DCA-487C-C270-FD6D77C8BB57}"/>
          </ac:spMkLst>
        </pc:spChg>
        <pc:spChg chg="add mod">
          <ac:chgData name="Brodie Cruse" userId="b1379d39-a30a-4d81-97fb-97a2c804a02c" providerId="ADAL" clId="{FCB22A8B-7F84-4A7B-B7ED-7833A55E95FF}" dt="2026-07-31T00:09:10.992" v="638" actId="20577"/>
          <ac:spMkLst>
            <pc:docMk/>
            <pc:sldMk cId="578680170" sldId="274"/>
            <ac:spMk id="6" creationId="{DA103575-A0D3-5CDC-B9B7-167BD9638AC5}"/>
          </ac:spMkLst>
        </pc:spChg>
        <pc:graphicFrameChg chg="del">
          <ac:chgData name="Brodie Cruse" userId="b1379d39-a30a-4d81-97fb-97a2c804a02c" providerId="ADAL" clId="{FCB22A8B-7F84-4A7B-B7ED-7833A55E95FF}" dt="2026-07-30T23:44:26.774" v="409" actId="478"/>
          <ac:graphicFrameMkLst>
            <pc:docMk/>
            <pc:sldMk cId="578680170" sldId="274"/>
            <ac:graphicFrameMk id="5" creationId="{00000000-0000-0000-0000-000000000000}"/>
          </ac:graphicFrameMkLst>
        </pc:graphicFrameChg>
      </pc:sldChg>
      <pc:sldChg chg="modSp add del mod setBg">
        <pc:chgData name="Brodie Cruse" userId="b1379d39-a30a-4d81-97fb-97a2c804a02c" providerId="ADAL" clId="{FCB22A8B-7F84-4A7B-B7ED-7833A55E95FF}" dt="2026-07-31T02:53:49.991" v="1591" actId="47"/>
        <pc:sldMkLst>
          <pc:docMk/>
          <pc:sldMk cId="4119382516" sldId="276"/>
        </pc:sldMkLst>
        <pc:spChg chg="mod">
          <ac:chgData name="Brodie Cruse" userId="b1379d39-a30a-4d81-97fb-97a2c804a02c" providerId="ADAL" clId="{FCB22A8B-7F84-4A7B-B7ED-7833A55E95FF}" dt="2026-07-31T02:44:17.828" v="1467" actId="6549"/>
          <ac:spMkLst>
            <pc:docMk/>
            <pc:sldMk cId="4119382516" sldId="276"/>
            <ac:spMk id="8" creationId="{046178C6-D07F-55CA-11AA-0412FBA15841}"/>
          </ac:spMkLst>
        </pc:spChg>
        <pc:picChg chg="mod">
          <ac:chgData name="Brodie Cruse" userId="b1379d39-a30a-4d81-97fb-97a2c804a02c" providerId="ADAL" clId="{FCB22A8B-7F84-4A7B-B7ED-7833A55E95FF}" dt="2026-07-31T02:41:13.120" v="1399" actId="14100"/>
          <ac:picMkLst>
            <pc:docMk/>
            <pc:sldMk cId="4119382516" sldId="276"/>
            <ac:picMk id="5" creationId="{2F61A401-E22B-04F0-8B78-D1A104CEA132}"/>
          </ac:picMkLst>
        </pc:picChg>
      </pc:sldChg>
      <pc:sldChg chg="modSp add mod setBg">
        <pc:chgData name="Brodie Cruse" userId="b1379d39-a30a-4d81-97fb-97a2c804a02c" providerId="ADAL" clId="{FCB22A8B-7F84-4A7B-B7ED-7833A55E95FF}" dt="2026-07-31T01:55:49.464" v="855" actId="20577"/>
        <pc:sldMkLst>
          <pc:docMk/>
          <pc:sldMk cId="2219360331" sldId="277"/>
        </pc:sldMkLst>
        <pc:spChg chg="mod">
          <ac:chgData name="Brodie Cruse" userId="b1379d39-a30a-4d81-97fb-97a2c804a02c" providerId="ADAL" clId="{FCB22A8B-7F84-4A7B-B7ED-7833A55E95FF}" dt="2026-07-31T01:55:49.464" v="855" actId="20577"/>
          <ac:spMkLst>
            <pc:docMk/>
            <pc:sldMk cId="2219360331" sldId="277"/>
            <ac:spMk id="9" creationId="{DA62DFDC-1660-1F1D-08A3-4D0AC884D6C2}"/>
          </ac:spMkLst>
        </pc:spChg>
        <pc:spChg chg="mod">
          <ac:chgData name="Brodie Cruse" userId="b1379d39-a30a-4d81-97fb-97a2c804a02c" providerId="ADAL" clId="{FCB22A8B-7F84-4A7B-B7ED-7833A55E95FF}" dt="2026-07-31T01:55:46.256" v="852" actId="20577"/>
          <ac:spMkLst>
            <pc:docMk/>
            <pc:sldMk cId="2219360331" sldId="277"/>
            <ac:spMk id="12" creationId="{08FB9831-320E-CE91-0708-D9505C591D99}"/>
          </ac:spMkLst>
        </pc:spChg>
      </pc:sldChg>
      <pc:sldChg chg="modSp add mod setBg">
        <pc:chgData name="Brodie Cruse" userId="b1379d39-a30a-4d81-97fb-97a2c804a02c" providerId="ADAL" clId="{FCB22A8B-7F84-4A7B-B7ED-7833A55E95FF}" dt="2026-07-31T03:53:03.665" v="1821" actId="20577"/>
        <pc:sldMkLst>
          <pc:docMk/>
          <pc:sldMk cId="4115491787" sldId="278"/>
        </pc:sldMkLst>
        <pc:graphicFrameChg chg="modGraphic">
          <ac:chgData name="Brodie Cruse" userId="b1379d39-a30a-4d81-97fb-97a2c804a02c" providerId="ADAL" clId="{FCB22A8B-7F84-4A7B-B7ED-7833A55E95FF}" dt="2026-07-31T03:53:03.665" v="1821" actId="20577"/>
          <ac:graphicFrameMkLst>
            <pc:docMk/>
            <pc:sldMk cId="4115491787" sldId="278"/>
            <ac:graphicFrameMk id="10" creationId="{00000000-0000-0000-0000-000000000000}"/>
          </ac:graphicFrameMkLst>
        </pc:graphicFrameChg>
      </pc:sldChg>
      <pc:sldChg chg="modSp add del mod">
        <pc:chgData name="Brodie Cruse" userId="b1379d39-a30a-4d81-97fb-97a2c804a02c" providerId="ADAL" clId="{FCB22A8B-7F84-4A7B-B7ED-7833A55E95FF}" dt="2026-07-31T00:21:58.815" v="822" actId="47"/>
        <pc:sldMkLst>
          <pc:docMk/>
          <pc:sldMk cId="1883381059" sldId="279"/>
        </pc:sldMkLst>
        <pc:spChg chg="mod">
          <ac:chgData name="Brodie Cruse" userId="b1379d39-a30a-4d81-97fb-97a2c804a02c" providerId="ADAL" clId="{FCB22A8B-7F84-4A7B-B7ED-7833A55E95FF}" dt="2026-07-31T00:09:10.644" v="637" actId="20577"/>
          <ac:spMkLst>
            <pc:docMk/>
            <pc:sldMk cId="1883381059" sldId="279"/>
            <ac:spMk id="3" creationId="{FA1DFC27-985B-A4E1-C5F6-B7852126305F}"/>
          </ac:spMkLst>
        </pc:spChg>
      </pc:sldChg>
      <pc:sldChg chg="modSp add del mod ord">
        <pc:chgData name="Brodie Cruse" userId="b1379d39-a30a-4d81-97fb-97a2c804a02c" providerId="ADAL" clId="{FCB22A8B-7F84-4A7B-B7ED-7833A55E95FF}" dt="2026-07-31T01:25:27.661" v="842" actId="47"/>
        <pc:sldMkLst>
          <pc:docMk/>
          <pc:sldMk cId="2013535449" sldId="280"/>
        </pc:sldMkLst>
        <pc:spChg chg="mod">
          <ac:chgData name="Brodie Cruse" userId="b1379d39-a30a-4d81-97fb-97a2c804a02c" providerId="ADAL" clId="{FCB22A8B-7F84-4A7B-B7ED-7833A55E95FF}" dt="2026-07-31T00:09:19.402" v="660" actId="20577"/>
          <ac:spMkLst>
            <pc:docMk/>
            <pc:sldMk cId="2013535449" sldId="280"/>
            <ac:spMk id="3" creationId="{429C52FA-3636-E354-1CE8-43DC2C52648E}"/>
          </ac:spMkLst>
        </pc:spChg>
        <pc:graphicFrameChg chg="mod modGraphic">
          <ac:chgData name="Brodie Cruse" userId="b1379d39-a30a-4d81-97fb-97a2c804a02c" providerId="ADAL" clId="{FCB22A8B-7F84-4A7B-B7ED-7833A55E95FF}" dt="2026-07-31T00:21:53.479" v="821" actId="20577"/>
          <ac:graphicFrameMkLst>
            <pc:docMk/>
            <pc:sldMk cId="2013535449" sldId="280"/>
            <ac:graphicFrameMk id="5" creationId="{9F756B00-334C-39DB-0F3A-D3CBC5DAE616}"/>
          </ac:graphicFrameMkLst>
        </pc:graphicFrameChg>
      </pc:sldChg>
      <pc:sldChg chg="del">
        <pc:chgData name="Brodie Cruse" userId="b1379d39-a30a-4d81-97fb-97a2c804a02c" providerId="ADAL" clId="{FCB22A8B-7F84-4A7B-B7ED-7833A55E95FF}" dt="2026-07-31T00:12:15.753" v="707" actId="47"/>
        <pc:sldMkLst>
          <pc:docMk/>
          <pc:sldMk cId="1545587909" sldId="281"/>
        </pc:sldMkLst>
      </pc:sldChg>
      <pc:sldChg chg="addSp delSp modSp mod">
        <pc:chgData name="Brodie Cruse" userId="b1379d39-a30a-4d81-97fb-97a2c804a02c" providerId="ADAL" clId="{FCB22A8B-7F84-4A7B-B7ED-7833A55E95FF}" dt="2026-07-31T03:47:36.887" v="1758" actId="20577"/>
        <pc:sldMkLst>
          <pc:docMk/>
          <pc:sldMk cId="975315809" sldId="282"/>
        </pc:sldMkLst>
        <pc:spChg chg="add mod">
          <ac:chgData name="Brodie Cruse" userId="b1379d39-a30a-4d81-97fb-97a2c804a02c" providerId="ADAL" clId="{FCB22A8B-7F84-4A7B-B7ED-7833A55E95FF}" dt="2026-07-31T03:27:01.809" v="1676" actId="14100"/>
          <ac:spMkLst>
            <pc:docMk/>
            <pc:sldMk cId="975315809" sldId="282"/>
            <ac:spMk id="2" creationId="{85400040-21D4-CD71-1712-955333B4FDBD}"/>
          </ac:spMkLst>
        </pc:spChg>
        <pc:spChg chg="mod">
          <ac:chgData name="Brodie Cruse" userId="b1379d39-a30a-4d81-97fb-97a2c804a02c" providerId="ADAL" clId="{FCB22A8B-7F84-4A7B-B7ED-7833A55E95FF}" dt="2026-07-31T02:02:07.594" v="957" actId="1076"/>
          <ac:spMkLst>
            <pc:docMk/>
            <pc:sldMk cId="975315809" sldId="282"/>
            <ac:spMk id="3" creationId="{DE7733E1-1C19-4FE6-289B-5FB21E211200}"/>
          </ac:spMkLst>
        </pc:spChg>
        <pc:spChg chg="add del mod">
          <ac:chgData name="Brodie Cruse" userId="b1379d39-a30a-4d81-97fb-97a2c804a02c" providerId="ADAL" clId="{FCB22A8B-7F84-4A7B-B7ED-7833A55E95FF}" dt="2026-07-31T02:02:01.729" v="955"/>
          <ac:spMkLst>
            <pc:docMk/>
            <pc:sldMk cId="975315809" sldId="282"/>
            <ac:spMk id="6" creationId="{6333E284-A7A5-8644-41E7-444B7A77AE6F}"/>
          </ac:spMkLst>
        </pc:spChg>
        <pc:spChg chg="add mod">
          <ac:chgData name="Brodie Cruse" userId="b1379d39-a30a-4d81-97fb-97a2c804a02c" providerId="ADAL" clId="{FCB22A8B-7F84-4A7B-B7ED-7833A55E95FF}" dt="2026-07-31T02:52:02.065" v="1579" actId="255"/>
          <ac:spMkLst>
            <pc:docMk/>
            <pc:sldMk cId="975315809" sldId="282"/>
            <ac:spMk id="7" creationId="{B91E673B-7394-E4A1-56F2-AF03A5C750E0}"/>
          </ac:spMkLst>
        </pc:spChg>
        <pc:spChg chg="add mod">
          <ac:chgData name="Brodie Cruse" userId="b1379d39-a30a-4d81-97fb-97a2c804a02c" providerId="ADAL" clId="{FCB22A8B-7F84-4A7B-B7ED-7833A55E95FF}" dt="2026-07-31T02:52:05.375" v="1580" actId="255"/>
          <ac:spMkLst>
            <pc:docMk/>
            <pc:sldMk cId="975315809" sldId="282"/>
            <ac:spMk id="8" creationId="{0C70FF00-169F-17F4-BA92-6429C3CEA9DB}"/>
          </ac:spMkLst>
        </pc:spChg>
        <pc:spChg chg="add mod">
          <ac:chgData name="Brodie Cruse" userId="b1379d39-a30a-4d81-97fb-97a2c804a02c" providerId="ADAL" clId="{FCB22A8B-7F84-4A7B-B7ED-7833A55E95FF}" dt="2026-07-31T02:52:09.111" v="1581" actId="255"/>
          <ac:spMkLst>
            <pc:docMk/>
            <pc:sldMk cId="975315809" sldId="282"/>
            <ac:spMk id="9" creationId="{DB844FED-8BAB-4381-5E84-D86B8E97C2B0}"/>
          </ac:spMkLst>
        </pc:spChg>
        <pc:graphicFrameChg chg="del modGraphic">
          <ac:chgData name="Brodie Cruse" userId="b1379d39-a30a-4d81-97fb-97a2c804a02c" providerId="ADAL" clId="{FCB22A8B-7F84-4A7B-B7ED-7833A55E95FF}" dt="2026-07-31T02:00:52.138" v="857" actId="478"/>
          <ac:graphicFrameMkLst>
            <pc:docMk/>
            <pc:sldMk cId="975315809" sldId="282"/>
            <ac:graphicFrameMk id="5" creationId="{6A858194-0B0E-27E7-351F-131CED6D2B5A}"/>
          </ac:graphicFrameMkLst>
        </pc:graphicFrameChg>
        <pc:graphicFrameChg chg="mod modGraphic">
          <ac:chgData name="Brodie Cruse" userId="b1379d39-a30a-4d81-97fb-97a2c804a02c" providerId="ADAL" clId="{FCB22A8B-7F84-4A7B-B7ED-7833A55E95FF}" dt="2026-07-31T03:47:36.887" v="1758" actId="20577"/>
          <ac:graphicFrameMkLst>
            <pc:docMk/>
            <pc:sldMk cId="975315809" sldId="282"/>
            <ac:graphicFrameMk id="15" creationId="{B9FE40C3-9A93-440F-640E-1C6DAD434E82}"/>
          </ac:graphicFrameMkLst>
        </pc:graphicFrameChg>
        <pc:picChg chg="mod">
          <ac:chgData name="Brodie Cruse" userId="b1379d39-a30a-4d81-97fb-97a2c804a02c" providerId="ADAL" clId="{FCB22A8B-7F84-4A7B-B7ED-7833A55E95FF}" dt="2026-07-31T02:52:13.002" v="1582" actId="14100"/>
          <ac:picMkLst>
            <pc:docMk/>
            <pc:sldMk cId="975315809" sldId="282"/>
            <ac:picMk id="11" creationId="{B7410AF4-ECC5-9C59-A2AC-747DEA350E36}"/>
          </ac:picMkLst>
        </pc:picChg>
      </pc:sldChg>
      <pc:sldChg chg="modSp add mod">
        <pc:chgData name="Brodie Cruse" userId="b1379d39-a30a-4d81-97fb-97a2c804a02c" providerId="ADAL" clId="{FCB22A8B-7F84-4A7B-B7ED-7833A55E95FF}" dt="2026-07-31T03:06:53.222" v="1640" actId="58"/>
        <pc:sldMkLst>
          <pc:docMk/>
          <pc:sldMk cId="3220204868" sldId="283"/>
        </pc:sldMkLst>
        <pc:graphicFrameChg chg="modGraphic">
          <ac:chgData name="Brodie Cruse" userId="b1379d39-a30a-4d81-97fb-97a2c804a02c" providerId="ADAL" clId="{FCB22A8B-7F84-4A7B-B7ED-7833A55E95FF}" dt="2026-07-31T03:06:53.222" v="1640" actId="58"/>
          <ac:graphicFrameMkLst>
            <pc:docMk/>
            <pc:sldMk cId="3220204868" sldId="283"/>
            <ac:graphicFrameMk id="5" creationId="{82C52C1F-48E0-9F72-67BD-EB4D47205B6F}"/>
          </ac:graphicFrameMkLst>
        </pc:graphicFrameChg>
      </pc:sldChg>
      <pc:sldChg chg="modSp mod">
        <pc:chgData name="Brodie Cruse" userId="b1379d39-a30a-4d81-97fb-97a2c804a02c" providerId="ADAL" clId="{FCB22A8B-7F84-4A7B-B7ED-7833A55E95FF}" dt="2026-07-31T03:52:03.106" v="1805" actId="20577"/>
        <pc:sldMkLst>
          <pc:docMk/>
          <pc:sldMk cId="1889147518" sldId="284"/>
        </pc:sldMkLst>
        <pc:spChg chg="mod">
          <ac:chgData name="Brodie Cruse" userId="b1379d39-a30a-4d81-97fb-97a2c804a02c" providerId="ADAL" clId="{FCB22A8B-7F84-4A7B-B7ED-7833A55E95FF}" dt="2026-07-31T03:52:03.106" v="1805" actId="20577"/>
          <ac:spMkLst>
            <pc:docMk/>
            <pc:sldMk cId="1889147518" sldId="284"/>
            <ac:spMk id="12" creationId="{7382DDF7-B6E9-E031-F188-7BACCA666989}"/>
          </ac:spMkLst>
        </pc:spChg>
      </pc:sldChg>
      <pc:sldChg chg="modSp add mod">
        <pc:chgData name="Brodie Cruse" userId="b1379d39-a30a-4d81-97fb-97a2c804a02c" providerId="ADAL" clId="{FCB22A8B-7F84-4A7B-B7ED-7833A55E95FF}" dt="2026-07-31T03:05:28.538" v="1616" actId="20577"/>
        <pc:sldMkLst>
          <pc:docMk/>
          <pc:sldMk cId="3558483628" sldId="285"/>
        </pc:sldMkLst>
        <pc:spChg chg="mod">
          <ac:chgData name="Brodie Cruse" userId="b1379d39-a30a-4d81-97fb-97a2c804a02c" providerId="ADAL" clId="{FCB22A8B-7F84-4A7B-B7ED-7833A55E95FF}" dt="2026-07-31T03:05:28.538" v="1616" actId="20577"/>
          <ac:spMkLst>
            <pc:docMk/>
            <pc:sldMk cId="3558483628" sldId="285"/>
            <ac:spMk id="8" creationId="{71D7191A-02F9-B87E-A259-02565634C820}"/>
          </ac:spMkLst>
        </pc:spChg>
        <pc:picChg chg="mod">
          <ac:chgData name="Brodie Cruse" userId="b1379d39-a30a-4d81-97fb-97a2c804a02c" providerId="ADAL" clId="{FCB22A8B-7F84-4A7B-B7ED-7833A55E95FF}" dt="2026-07-31T02:52:42.071" v="1590" actId="1076"/>
          <ac:picMkLst>
            <pc:docMk/>
            <pc:sldMk cId="3558483628" sldId="285"/>
            <ac:picMk id="5" creationId="{DC2F9BE9-AE5F-65B8-6F09-34DAEB3807E7}"/>
          </ac:picMkLst>
        </pc:picChg>
      </pc:sldChg>
      <pc:sldChg chg="modSp mod">
        <pc:chgData name="Brodie Cruse" userId="b1379d39-a30a-4d81-97fb-97a2c804a02c" providerId="ADAL" clId="{FCB22A8B-7F84-4A7B-B7ED-7833A55E95FF}" dt="2026-07-31T03:21:57.143" v="1644" actId="688"/>
        <pc:sldMkLst>
          <pc:docMk/>
          <pc:sldMk cId="2215107568" sldId="286"/>
        </pc:sldMkLst>
        <pc:spChg chg="mod">
          <ac:chgData name="Brodie Cruse" userId="b1379d39-a30a-4d81-97fb-97a2c804a02c" providerId="ADAL" clId="{FCB22A8B-7F84-4A7B-B7ED-7833A55E95FF}" dt="2026-07-31T03:21:57.143" v="1644" actId="688"/>
          <ac:spMkLst>
            <pc:docMk/>
            <pc:sldMk cId="2215107568" sldId="286"/>
            <ac:spMk id="8" creationId="{2423795C-42A7-ED40-66C5-2952EF521F25}"/>
          </ac:spMkLst>
        </pc:spChg>
      </pc:sldChg>
      <pc:sldChg chg="modSp mod">
        <pc:chgData name="Brodie Cruse" userId="b1379d39-a30a-4d81-97fb-97a2c804a02c" providerId="ADAL" clId="{FCB22A8B-7F84-4A7B-B7ED-7833A55E95FF}" dt="2026-07-31T03:48:34.280" v="1775" actId="20577"/>
        <pc:sldMkLst>
          <pc:docMk/>
          <pc:sldMk cId="34614290" sldId="287"/>
        </pc:sldMkLst>
        <pc:spChg chg="mod">
          <ac:chgData name="Brodie Cruse" userId="b1379d39-a30a-4d81-97fb-97a2c804a02c" providerId="ADAL" clId="{FCB22A8B-7F84-4A7B-B7ED-7833A55E95FF}" dt="2026-07-31T03:36:03.104" v="1710" actId="20577"/>
          <ac:spMkLst>
            <pc:docMk/>
            <pc:sldMk cId="34614290" sldId="287"/>
            <ac:spMk id="7" creationId="{B8E930EF-4047-C759-8937-226A04D5D01A}"/>
          </ac:spMkLst>
        </pc:spChg>
        <pc:graphicFrameChg chg="mod modGraphic">
          <ac:chgData name="Brodie Cruse" userId="b1379d39-a30a-4d81-97fb-97a2c804a02c" providerId="ADAL" clId="{FCB22A8B-7F84-4A7B-B7ED-7833A55E95FF}" dt="2026-07-31T03:48:34.280" v="1775" actId="20577"/>
          <ac:graphicFrameMkLst>
            <pc:docMk/>
            <pc:sldMk cId="34614290" sldId="287"/>
            <ac:graphicFrameMk id="6" creationId="{C6B4F2A1-6894-AD09-F1A8-B1E55E8B1F74}"/>
          </ac:graphicFrameMkLst>
        </pc:graphicFrameChg>
      </pc:sldChg>
      <pc:sldChg chg="delSp modSp mod">
        <pc:chgData name="Brodie Cruse" userId="b1379d39-a30a-4d81-97fb-97a2c804a02c" providerId="ADAL" clId="{FCB22A8B-7F84-4A7B-B7ED-7833A55E95FF}" dt="2026-07-31T03:49:59.662" v="1802" actId="20577"/>
        <pc:sldMkLst>
          <pc:docMk/>
          <pc:sldMk cId="534565577" sldId="288"/>
        </pc:sldMkLst>
        <pc:spChg chg="mod">
          <ac:chgData name="Brodie Cruse" userId="b1379d39-a30a-4d81-97fb-97a2c804a02c" providerId="ADAL" clId="{FCB22A8B-7F84-4A7B-B7ED-7833A55E95FF}" dt="2026-07-31T03:32:53.987" v="1703" actId="14100"/>
          <ac:spMkLst>
            <pc:docMk/>
            <pc:sldMk cId="534565577" sldId="288"/>
            <ac:spMk id="8" creationId="{CD8C920D-3079-020B-6EDE-FC65B0F4029C}"/>
          </ac:spMkLst>
        </pc:spChg>
        <pc:spChg chg="del mod">
          <ac:chgData name="Brodie Cruse" userId="b1379d39-a30a-4d81-97fb-97a2c804a02c" providerId="ADAL" clId="{FCB22A8B-7F84-4A7B-B7ED-7833A55E95FF}" dt="2026-07-31T03:28:11.052" v="1689" actId="478"/>
          <ac:spMkLst>
            <pc:docMk/>
            <pc:sldMk cId="534565577" sldId="288"/>
            <ac:spMk id="9" creationId="{9F579B91-4E56-690E-D88E-59F732DA17B1}"/>
          </ac:spMkLst>
        </pc:spChg>
        <pc:graphicFrameChg chg="mod modGraphic">
          <ac:chgData name="Brodie Cruse" userId="b1379d39-a30a-4d81-97fb-97a2c804a02c" providerId="ADAL" clId="{FCB22A8B-7F84-4A7B-B7ED-7833A55E95FF}" dt="2026-07-31T03:49:59.662" v="1802" actId="20577"/>
          <ac:graphicFrameMkLst>
            <pc:docMk/>
            <pc:sldMk cId="534565577" sldId="288"/>
            <ac:graphicFrameMk id="6" creationId="{7E1B7DF4-8E18-B123-5E5F-91346AFDA673}"/>
          </ac:graphicFrameMkLst>
        </pc:graphicFrameChg>
        <pc:picChg chg="mod">
          <ac:chgData name="Brodie Cruse" userId="b1379d39-a30a-4d81-97fb-97a2c804a02c" providerId="ADAL" clId="{FCB22A8B-7F84-4A7B-B7ED-7833A55E95FF}" dt="2026-07-31T03:32:56.755" v="1704" actId="1076"/>
          <ac:picMkLst>
            <pc:docMk/>
            <pc:sldMk cId="534565577" sldId="288"/>
            <ac:picMk id="11" creationId="{675E6D65-215A-D213-7573-5A7EF0D21C47}"/>
          </ac:picMkLst>
        </pc:picChg>
      </pc:sldChg>
      <pc:sldChg chg="modSp add mod">
        <pc:chgData name="Brodie Cruse" userId="b1379d39-a30a-4d81-97fb-97a2c804a02c" providerId="ADAL" clId="{FCB22A8B-7F84-4A7B-B7ED-7833A55E95FF}" dt="2026-07-31T03:23:46.846" v="1675" actId="20577"/>
        <pc:sldMkLst>
          <pc:docMk/>
          <pc:sldMk cId="3844440157" sldId="289"/>
        </pc:sldMkLst>
        <pc:spChg chg="mod">
          <ac:chgData name="Brodie Cruse" userId="b1379d39-a30a-4d81-97fb-97a2c804a02c" providerId="ADAL" clId="{FCB22A8B-7F84-4A7B-B7ED-7833A55E95FF}" dt="2026-07-31T03:23:46.846" v="1675" actId="20577"/>
          <ac:spMkLst>
            <pc:docMk/>
            <pc:sldMk cId="3844440157" sldId="289"/>
            <ac:spMk id="12" creationId="{455092B4-E62B-91AA-D39C-A905285DBA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2174E-94A8-894B-B55B-E3D1B123F7BC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EBF85-1479-E349-9262-1B6F0600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553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FC2B82-52D7-564A-9414-F61912D3DAD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70D6-42E6-3B4C-BC2C-154007EEC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494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NZ"/>
              <a:t>Introduction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27F5-7D4C-E159-BB86-58965CA5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F4BA5-0199-2F5E-0DEB-7964FDCD3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41678-2EB6-2E24-508C-67EAC5CC4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429BC-358B-28AB-B6C8-C09A51EB1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44678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15852-6C07-F9F1-4658-95CB78B9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439AC-3757-4EE7-68E0-F268B2525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47DE5-08AC-865A-43D9-8906F2282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A45D2-E2D4-3D27-F402-D36EC06BD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45636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67A2-4078-2041-5233-0CF152150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A4CA3-8BF3-73F3-7028-202031BDC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17DCB-31B4-470A-9257-51D608EC64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4F5FC-4B00-9134-A74A-694BC20C7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95547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73ED-CB01-5E20-6C39-92E563B1F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127C6E-2A0B-93C6-2550-B2D10D5E9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B65D9-13EA-88E7-DBB2-CC44E03EA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EC575-9EBF-B2E5-74D9-F645F27E4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1049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7EEDA-98B8-CCDD-FAEE-CB656D30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B313C-DFA3-E08A-A78D-FAF435D13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044DF8-21B9-0FEF-B3B5-142E3D94E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physically why cross-talk matters: if radial load bleeds into the axial channel, imbalance measurements get corrupted.</a:t>
            </a:r>
          </a:p>
          <a:p>
            <a:r>
              <a:t>State the stinger principle in plain language - stiff in the direction you're measuring, floppy in the others.</a:t>
            </a:r>
          </a:p>
          <a:p>
            <a:r>
              <a:t>Keep it brief, this is context for the concept comparison slide next.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4714D-9752-F87E-9E75-DC3FCC331B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13558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3481-9A15-0F63-264E-59237774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D3841-6D85-C243-E778-044114DAEF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9DB1E-EEB6-EFE7-ACD2-164998927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Ball bearing plate needed preload to stay seated - an extra failure mode and extra complexity.</a:t>
            </a:r>
          </a:p>
          <a:p>
            <a:r>
              <a:t>Stinger needs no pretensioning, gives a clean single load path, and only six components to manufacture and align.</a:t>
            </a:r>
          </a:p>
          <a:p>
            <a:r>
              <a:t>Let the CAD image do the work - don't over-narrate the sketch.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641EB-89C1-9FF0-BD06-CFE324988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57419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plainly: four checks per stinger, all four passed for the selected geometry (d = 2 mm, L = 50 mm, steel).</a:t>
            </a:r>
          </a:p>
          <a:p>
            <a:r>
              <a:t>Natural frequency &gt; 500 Hz keeps the stinger's own resonance out of the measurement band (one-third rule: </a:t>
            </a:r>
            <a:r>
              <a:rPr err="1"/>
              <a:t>fn</a:t>
            </a:r>
            <a:r>
              <a:t> &gt; 3x max measurement frequency).</a:t>
            </a:r>
          </a:p>
          <a:p>
            <a:r>
              <a:t>Stiffness ratio &gt; 3000 keeps axial and radial channels decoupled - cross-axis error under 0.03%.</a:t>
            </a:r>
          </a:p>
          <a:p>
            <a:r>
              <a:t>Buckling and yield margins are comfortable at this diameter - steel is well within capability.</a:t>
            </a:r>
          </a:p>
          <a:p>
            <a:r>
              <a:t>Don't derive the equations live - just say "we check four things to make sure the stingers work" and walk through the results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body assembly modal analysis in ANSYS - RWA represented as a 1.0 kg point mass at the rotor </a:t>
            </a:r>
            <a:r>
              <a:rPr lang="en-NZ"/>
              <a:t>centre</a:t>
            </a:r>
            <a:r>
              <a:t>-of-mass height.</a:t>
            </a:r>
          </a:p>
          <a:p>
            <a:r>
              <a:t>First six modes: two lateral translation (334 Hz, 397 Hz), torsion (696 Hz), axial bounce (893 Hz), two rocking modes (966 Hz, 999 Hz).</a:t>
            </a:r>
          </a:p>
          <a:p>
            <a:r>
              <a:t>Be upfront: Modes 1 and 2 sit below the 500 Hz target - that's support compliance in the radial stingers, not a fundamental flaw.</a:t>
            </a:r>
          </a:p>
          <a:p>
            <a:r>
              <a:t>Fix already identified: stiffen the radial stinger supports (increased wall thickness), planned as the first Semester 2 design iteration.</a:t>
            </a:r>
          </a:p>
          <a:p>
            <a:r>
              <a:t>"Mode 1 is below target due to support compliance - we've identified the fix for Semester 2".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Axial channel needs high-precision static/low-frequency load measurement - S-beam strain gauges suit that role.</a:t>
            </a:r>
          </a:p>
          <a:p>
            <a:r>
              <a:t>Radial channel carries the higher-frequency microvibration content - ICP piezoelectric (PCB 208C01) is built for that bandwidth.</a:t>
            </a:r>
          </a:p>
          <a:p>
            <a:r>
              <a:t>One line: each sensor type is matched to the physics of what it measures, not a single one-size-fits-all sensor.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five-step path: sensor procurement -&gt; static FEA -&gt; detailed design -&gt; fabrication -&gt; validation.</a:t>
            </a:r>
          </a:p>
          <a:p>
            <a:r>
              <a:t>Say the key dates out loud briefly - don't just point at the Gantt and move on.</a:t>
            </a:r>
          </a:p>
          <a:p>
            <a:r>
              <a:t>End confidently: "by October we will have a working proof of concept".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N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Opening Slide">
    <p:bg>
      <p:bgPr>
        <a:solidFill>
          <a:srgbClr val="3512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EABD60-8329-45BD-BDB2-7D1A471799A2}"/>
              </a:ext>
            </a:extLst>
          </p:cNvPr>
          <p:cNvSpPr/>
          <p:nvPr userDrawn="1"/>
        </p:nvSpPr>
        <p:spPr>
          <a:xfrm>
            <a:off x="1728061" y="5711125"/>
            <a:ext cx="2092271" cy="7198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Title 21"/>
          <p:cNvSpPr>
            <a:spLocks noGrp="1"/>
          </p:cNvSpPr>
          <p:nvPr>
            <p:ph type="title" hasCustomPrompt="1"/>
          </p:nvPr>
        </p:nvSpPr>
        <p:spPr>
          <a:xfrm>
            <a:off x="682629" y="1441450"/>
            <a:ext cx="8027984" cy="836561"/>
          </a:xfrm>
          <a:prstGeom prst="rect">
            <a:avLst/>
          </a:prstGeom>
        </p:spPr>
        <p:txBody>
          <a:bodyPr vert="horz"/>
          <a:lstStyle>
            <a:lvl1pPr algn="l">
              <a:defRPr sz="4000" b="1" i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AU"/>
              <a:t>Headline (Verdana Bold)</a:t>
            </a:r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682629" y="2285328"/>
            <a:ext cx="8027987" cy="1056603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400">
                <a:solidFill>
                  <a:schemeClr val="bg1"/>
                </a:solidFill>
                <a:latin typeface="Verdana"/>
              </a:defRPr>
            </a:lvl1pPr>
          </a:lstStyle>
          <a:p>
            <a:pPr lvl="0"/>
            <a:r>
              <a:rPr lang="en-AU"/>
              <a:t>Subheading (Verdana Regular)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>
          <a:xfrm>
            <a:off x="5355813" y="354013"/>
            <a:ext cx="3423062" cy="441802"/>
          </a:xfrm>
        </p:spPr>
        <p:txBody>
          <a:bodyPr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43DC56B5-A700-544C-8720-C289028A981D}" type="datetime2">
              <a:rPr lang="en-NZ" smtClean="0"/>
              <a:pPr/>
              <a:t>Friday, 31 July 2026</a:t>
            </a:fld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058361" y="173194"/>
            <a:ext cx="184666" cy="646331"/>
          </a:xfrm>
          <a:prstGeom prst="rect">
            <a:avLst/>
          </a:prstGeom>
        </p:spPr>
        <p:txBody>
          <a:bodyPr vert="horz" wrap="none" rtlCol="0">
            <a:spAutoFit/>
          </a:bodyPr>
          <a:lstStyle/>
          <a:p>
            <a:endParaRPr lang="en-US" sz="3600"/>
          </a:p>
        </p:txBody>
      </p:sp>
      <p:pic>
        <p:nvPicPr>
          <p:cNvPr id="8" name="Picture 7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B68266D8-D51F-471D-B4F4-9C4EE2F043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885" y="5243467"/>
            <a:ext cx="3352801" cy="118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79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77865" y="1777050"/>
            <a:ext cx="8027985" cy="717593"/>
          </a:xfrm>
          <a:prstGeom prst="rect">
            <a:avLst/>
          </a:prstGeom>
        </p:spPr>
        <p:txBody>
          <a:bodyPr vert="horz"/>
          <a:lstStyle>
            <a:lvl1pPr algn="l">
              <a:defRPr sz="44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>
                <a:solidFill>
                  <a:srgbClr val="009AC7"/>
                </a:solidFill>
              </a:rPr>
              <a:t>Headline (Verdana Bold)</a:t>
            </a:r>
            <a:endParaRPr lang="en-US" sz="3600">
              <a:solidFill>
                <a:srgbClr val="009AC7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7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4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A Text and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70250" y="2958265"/>
            <a:ext cx="3096000" cy="38997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670250" y="1245261"/>
            <a:ext cx="1439998" cy="11777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26252" y="1245261"/>
            <a:ext cx="1439998" cy="11777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B Text and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6" y="2958265"/>
            <a:ext cx="4370400" cy="2501148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1700" baseline="0">
                <a:latin typeface="Verdana"/>
              </a:defRPr>
            </a:lvl1pPr>
          </a:lstStyle>
          <a:p>
            <a:pPr lvl="0"/>
            <a:r>
              <a:rPr lang="en-AU"/>
              <a:t>Text (Verdana Regular)</a:t>
            </a:r>
          </a:p>
          <a:p>
            <a:pPr lvl="0"/>
            <a:r>
              <a:rPr lang="en-AU"/>
              <a:t>et </a:t>
            </a:r>
            <a:r>
              <a:rPr lang="en-AU" err="1"/>
              <a:t>velicibus</a:t>
            </a:r>
            <a:r>
              <a:rPr lang="en-AU"/>
              <a:t> el et </a:t>
            </a:r>
            <a:r>
              <a:rPr lang="en-AU" err="1"/>
              <a:t>magnatet</a:t>
            </a:r>
            <a:r>
              <a:rPr lang="en-AU"/>
              <a:t> am, </a:t>
            </a:r>
            <a:r>
              <a:rPr lang="en-AU" err="1"/>
              <a:t>laborru</a:t>
            </a:r>
            <a:r>
              <a:rPr lang="en-AU"/>
              <a:t> </a:t>
            </a:r>
            <a:r>
              <a:rPr lang="en-AU" err="1"/>
              <a:t>mendips</a:t>
            </a:r>
            <a:r>
              <a:rPr lang="en-AU"/>
              <a:t> </a:t>
            </a:r>
            <a:r>
              <a:rPr lang="en-AU" err="1"/>
              <a:t>apieni</a:t>
            </a:r>
            <a:r>
              <a:rPr lang="en-AU"/>
              <a:t> </a:t>
            </a:r>
            <a:r>
              <a:rPr lang="en-AU" err="1"/>
              <a:t>omnimporibus</a:t>
            </a:r>
            <a:r>
              <a:rPr lang="en-AU"/>
              <a:t> et </a:t>
            </a:r>
            <a:r>
              <a:rPr lang="en-AU" err="1"/>
              <a:t>perepellut</a:t>
            </a:r>
            <a:r>
              <a:rPr lang="en-AU"/>
              <a:t> </a:t>
            </a:r>
            <a:r>
              <a:rPr lang="en-AU" err="1"/>
              <a:t>adis</a:t>
            </a:r>
            <a:r>
              <a:rPr lang="en-AU"/>
              <a:t> </a:t>
            </a:r>
            <a:r>
              <a:rPr lang="en-AU" err="1"/>
              <a:t>sequi</a:t>
            </a:r>
            <a:r>
              <a:rPr lang="en-AU"/>
              <a:t> </a:t>
            </a:r>
            <a:r>
              <a:rPr lang="en-AU" err="1"/>
              <a:t>cus</a:t>
            </a:r>
            <a:r>
              <a:rPr lang="en-AU"/>
              <a:t> et </a:t>
            </a:r>
            <a:r>
              <a:rPr lang="en-AU" err="1"/>
              <a:t>aliquid</a:t>
            </a:r>
            <a:r>
              <a:rPr lang="en-AU"/>
              <a:t> </a:t>
            </a:r>
            <a:r>
              <a:rPr lang="en-AU" err="1"/>
              <a:t>molorere</a:t>
            </a:r>
            <a:r>
              <a:rPr lang="en-AU"/>
              <a:t>, </a:t>
            </a:r>
            <a:r>
              <a:rPr lang="en-AU" err="1"/>
              <a:t>cullaut</a:t>
            </a:r>
            <a:r>
              <a:rPr lang="en-AU"/>
              <a:t> </a:t>
            </a:r>
            <a:r>
              <a:rPr lang="en-AU" err="1"/>
              <a:t>adion</a:t>
            </a:r>
            <a:r>
              <a:rPr lang="en-AU"/>
              <a:t> </a:t>
            </a:r>
            <a:r>
              <a:rPr lang="en-AU" err="1"/>
              <a:t>est</a:t>
            </a:r>
            <a:r>
              <a:rPr lang="en-AU"/>
              <a:t> </a:t>
            </a:r>
            <a:r>
              <a:rPr lang="en-AU" err="1"/>
              <a:t>magnimp</a:t>
            </a:r>
            <a:r>
              <a:rPr lang="en-AU"/>
              <a:t> </a:t>
            </a:r>
            <a:r>
              <a:rPr lang="en-AU" err="1"/>
              <a:t>oremporibus</a:t>
            </a:r>
            <a:r>
              <a:rPr lang="en-AU"/>
              <a:t>, </a:t>
            </a:r>
            <a:r>
              <a:rPr lang="en-AU" err="1"/>
              <a:t>conem</a:t>
            </a:r>
            <a:r>
              <a:rPr lang="en-AU"/>
              <a:t> </a:t>
            </a:r>
            <a:r>
              <a:rPr lang="en-AU" err="1"/>
              <a:t>etur</a:t>
            </a:r>
            <a:r>
              <a:rPr lang="en-AU"/>
              <a:t> </a:t>
            </a:r>
            <a:r>
              <a:rPr lang="en-AU" err="1"/>
              <a:t>Adit</a:t>
            </a:r>
            <a:r>
              <a:rPr lang="en-AU"/>
              <a:t> </a:t>
            </a:r>
            <a:r>
              <a:rPr lang="en-AU" err="1"/>
              <a:t>eatas</a:t>
            </a:r>
            <a:r>
              <a:rPr lang="en-AU"/>
              <a:t> re </a:t>
            </a:r>
            <a:r>
              <a:rPr lang="en-AU" err="1"/>
              <a:t>nectoruntevelictatem</a:t>
            </a:r>
            <a:r>
              <a:rPr lang="en-AU"/>
              <a:t> </a:t>
            </a:r>
            <a:r>
              <a:rPr lang="en-AU" err="1"/>
              <a:t>quaeperum</a:t>
            </a:r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77866" y="1245262"/>
            <a:ext cx="4370400" cy="1177781"/>
          </a:xfrm>
          <a:prstGeom prst="rect">
            <a:avLst/>
          </a:prstGeom>
        </p:spPr>
        <p:txBody>
          <a:bodyPr vert="horz"/>
          <a:lstStyle>
            <a:lvl1pPr algn="l">
              <a:defRPr sz="3600" b="1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r>
              <a:rPr lang="en-AU" sz="3600"/>
              <a:t>Headline </a:t>
            </a:r>
            <a:br>
              <a:rPr lang="en-AU" sz="3600"/>
            </a:br>
            <a:r>
              <a:rPr lang="en-AU" sz="3600"/>
              <a:t>(Verdana Bold)</a:t>
            </a:r>
            <a:endParaRPr lang="en-US" sz="360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708425" y="1245262"/>
            <a:ext cx="3096000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708425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64427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A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71512" y="1245262"/>
            <a:ext cx="4379913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671511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2999425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0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B Multipl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5682875" y="1245262"/>
            <a:ext cx="3096000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5682875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338877" y="4192788"/>
            <a:ext cx="1439998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/>
          </p:nvPr>
        </p:nvSpPr>
        <p:spPr>
          <a:xfrm>
            <a:off x="671512" y="1245262"/>
            <a:ext cx="4379913" cy="26642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671511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2999425" y="4192788"/>
            <a:ext cx="2052000" cy="12666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A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60400" y="1245262"/>
            <a:ext cx="8118475" cy="5612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5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B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60400" y="1245262"/>
            <a:ext cx="8118475" cy="42157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/>
          <a:lstStyle>
            <a:lvl1pPr marL="0" indent="0">
              <a:buFontTx/>
              <a:buNone/>
              <a:defRPr sz="1200" b="0" i="0">
                <a:latin typeface="Verdana"/>
                <a:cs typeface="Verdana"/>
              </a:defRPr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89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 End Slide">
    <p:bg>
      <p:bgPr>
        <a:solidFill>
          <a:srgbClr val="3A11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FC1956-593F-4776-8C20-40975AC5E439}"/>
              </a:ext>
            </a:extLst>
          </p:cNvPr>
          <p:cNvSpPr/>
          <p:nvPr userDrawn="1"/>
        </p:nvSpPr>
        <p:spPr>
          <a:xfrm>
            <a:off x="6881247" y="674176"/>
            <a:ext cx="2100021" cy="72282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>
          <a:xfrm>
            <a:off x="677863" y="2281237"/>
            <a:ext cx="8027987" cy="3179763"/>
          </a:xfrm>
          <a:prstGeom prst="rect">
            <a:avLst/>
          </a:prstGeom>
        </p:spPr>
        <p:txBody>
          <a:bodyPr vert="horz" anchor="b"/>
          <a:lstStyle>
            <a:lvl1pPr marL="0" indent="0">
              <a:buFontTx/>
              <a:buNone/>
              <a:defRPr sz="1800">
                <a:solidFill>
                  <a:schemeClr val="bg1"/>
                </a:solidFill>
                <a:latin typeface="Verdana"/>
              </a:defRPr>
            </a:lvl1pPr>
          </a:lstStyle>
          <a:p>
            <a:pPr lvl="0"/>
            <a:r>
              <a:rPr lang="en-AU"/>
              <a:t>Thank you</a:t>
            </a:r>
          </a:p>
        </p:txBody>
      </p:sp>
      <p:pic>
        <p:nvPicPr>
          <p:cNvPr id="3" name="Picture 2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58B70B96-0DB5-45E7-AD5D-0DE4FBDE53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93557" y="181222"/>
            <a:ext cx="3432729" cy="12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62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9919969" y="1758348"/>
            <a:ext cx="914400" cy="914400"/>
          </a:xfrm>
          <a:prstGeom prst="rect">
            <a:avLst/>
          </a:prstGeom>
        </p:spPr>
        <p:txBody>
          <a:bodyPr wrap="none" rtlCol="0" anchor="t">
            <a:normAutofit/>
          </a:bodyPr>
          <a:lstStyle/>
          <a:p>
            <a:endParaRPr lang="en-US" err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60400" y="6383338"/>
            <a:ext cx="642730" cy="4746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rgbClr val="009AC7"/>
                </a:solidFill>
                <a:latin typeface="Verdana"/>
                <a:cs typeface="Verdana"/>
              </a:defRPr>
            </a:lvl1pPr>
          </a:lstStyle>
          <a:p>
            <a:fld id="{218B9C4F-B695-C54C-924B-61748EE6A7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727825" y="63833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C56B5-A700-544C-8720-C289028A981D}" type="datetime2">
              <a:rPr lang="en-NZ" smtClean="0"/>
              <a:pPr/>
              <a:t>Friday, 31 July 2026</a:t>
            </a:fld>
            <a:endParaRPr lang="en-US"/>
          </a:p>
        </p:txBody>
      </p:sp>
      <p:pic>
        <p:nvPicPr>
          <p:cNvPr id="9" name="Picture 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AACD291B-33E4-4A8B-B949-7CA1F33D9D6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572000" y="303266"/>
            <a:ext cx="4289425" cy="653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0B04FB-DD96-47F2-9333-053A3ACBC885}"/>
              </a:ext>
            </a:extLst>
          </p:cNvPr>
          <p:cNvSpPr txBox="1"/>
          <p:nvPr userDrawn="1"/>
        </p:nvSpPr>
        <p:spPr>
          <a:xfrm>
            <a:off x="713666" y="407977"/>
            <a:ext cx="3858334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NZ" sz="1800">
                <a:solidFill>
                  <a:schemeClr val="accent1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BE Hon Final Year </a:t>
            </a:r>
          </a:p>
          <a:p>
            <a:r>
              <a:rPr lang="en-NZ" sz="1800">
                <a:solidFill>
                  <a:schemeClr val="accent1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Research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0400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5" r:id="rId7"/>
    <p:sldLayoutId id="2147483658" r:id="rId8"/>
    <p:sldLayoutId id="2147483659" r:id="rId9"/>
    <p:sldLayoutId id="2147483660" r:id="rId10"/>
  </p:sldLayoutIdLst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Saturday, August 1, 2026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82629" y="795815"/>
            <a:ext cx="8027984" cy="2591073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Development of a Microvibration and Torque Measurement Device for Reaction Wheel Assemblies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7D4F7DC-847D-C4E8-9171-BFA1A8D15F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2629" y="3828690"/>
            <a:ext cx="7075916" cy="947639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Presenters: Brodie Cruse &amp; Matthew McGill</a:t>
            </a:r>
          </a:p>
          <a:p>
            <a:r>
              <a:rPr lang="en-US">
                <a:solidFill>
                  <a:schemeClr val="tx1"/>
                </a:solidFill>
              </a:rPr>
              <a:t>Supervisor: Dr Guglielmo Aglietti</a:t>
            </a:r>
          </a:p>
        </p:txBody>
      </p:sp>
    </p:spTree>
    <p:extLst>
      <p:ext uri="{BB962C8B-B14F-4D97-AF65-F5344CB8AC3E}">
        <p14:creationId xmlns:p14="http://schemas.microsoft.com/office/powerpoint/2010/main" val="1254738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88F9C-BE47-E221-1450-3600F95280F7}"/>
              </a:ext>
            </a:extLst>
          </p:cNvPr>
          <p:cNvSpPr txBox="1"/>
          <p:nvPr/>
        </p:nvSpPr>
        <p:spPr>
          <a:xfrm>
            <a:off x="660401" y="1738247"/>
            <a:ext cx="4719122" cy="3785652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Reaction Wheel Assemblies (RWAs) are the primary attitude control actuator on satellites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During operation they generate microvibrations that degrade payload performance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Accurate characterisation of forces, torque, and imbalance is critical for mission success</a:t>
            </a:r>
          </a:p>
        </p:txBody>
      </p:sp>
      <p:pic>
        <p:nvPicPr>
          <p:cNvPr id="7" name="Picture 6" descr="Reaction wheels on the global market | satsearch blog">
            <a:extLst>
              <a:ext uri="{FF2B5EF4-FFF2-40B4-BE49-F238E27FC236}">
                <a16:creationId xmlns:a16="http://schemas.microsoft.com/office/drawing/2014/main" id="{F5CEF36E-41A5-8EDF-6661-7E41867446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61" t="13825" r="8947" b="9737"/>
          <a:stretch>
            <a:fillRect/>
          </a:stretch>
        </p:blipFill>
        <p:spPr>
          <a:xfrm>
            <a:off x="6056416" y="1196865"/>
            <a:ext cx="2631969" cy="2435898"/>
          </a:xfrm>
          <a:prstGeom prst="rect">
            <a:avLst/>
          </a:prstGeom>
        </p:spPr>
      </p:pic>
      <p:pic>
        <p:nvPicPr>
          <p:cNvPr id="11" name="Picture 10" descr="Introduction to Reaction Wheels – Space Steps">
            <a:extLst>
              <a:ext uri="{FF2B5EF4-FFF2-40B4-BE49-F238E27FC236}">
                <a16:creationId xmlns:a16="http://schemas.microsoft.com/office/drawing/2014/main" id="{9DA8EA36-8498-4AE6-41BC-48F760BFCE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8" t="2416" r="2732" b="-1"/>
          <a:stretch>
            <a:fillRect/>
          </a:stretch>
        </p:blipFill>
        <p:spPr>
          <a:xfrm>
            <a:off x="5321978" y="3873500"/>
            <a:ext cx="3366407" cy="231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9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8408-1791-FA23-D2A0-2C06C1DE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D9E4A8-C111-EEF8-DB84-924E89802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23"/>
          <a:stretch>
            <a:fillRect/>
          </a:stretch>
        </p:blipFill>
        <p:spPr>
          <a:xfrm>
            <a:off x="5632706" y="4074186"/>
            <a:ext cx="2572512" cy="188708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0698208-C132-978D-7E7D-295D6A10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239760" cy="724934"/>
          </a:xfrm>
        </p:spPr>
        <p:txBody>
          <a:bodyPr/>
          <a:lstStyle/>
          <a:p>
            <a:r>
              <a:rPr lang="en-US" sz="3600"/>
              <a:t>Objective &amp; Industry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F7C1C-8A2E-EC9B-7382-851B579E5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D83351-2DA8-A823-BDB1-75BD3CEA3417}"/>
              </a:ext>
            </a:extLst>
          </p:cNvPr>
          <p:cNvSpPr txBox="1"/>
          <p:nvPr/>
        </p:nvSpPr>
        <p:spPr>
          <a:xfrm>
            <a:off x="658368" y="5901672"/>
            <a:ext cx="7735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ED7D31"/>
                </a:solidFill>
                <a:latin typeface="Calibri"/>
              </a:defRPr>
            </a:pPr>
            <a:r>
              <a:rPr lang="en-US"/>
              <a:t>Expensive  </a:t>
            </a:r>
            <a:r>
              <a:t>→  </a:t>
            </a:r>
            <a:r>
              <a:rPr lang="en-US"/>
              <a:t>Cheap(er) </a:t>
            </a:r>
            <a:r>
              <a:t>equivalent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17391-6C40-2B76-B07B-561C40E530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" t="20593" r="-299" b="22557"/>
          <a:stretch>
            <a:fillRect/>
          </a:stretch>
        </p:blipFill>
        <p:spPr>
          <a:xfrm>
            <a:off x="1303130" y="4137715"/>
            <a:ext cx="2852928" cy="16218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55092B4-E62B-91AA-D39C-A905285DBA28}"/>
              </a:ext>
            </a:extLst>
          </p:cNvPr>
          <p:cNvSpPr txBox="1"/>
          <p:nvPr/>
        </p:nvSpPr>
        <p:spPr>
          <a:xfrm>
            <a:off x="658368" y="1738247"/>
            <a:ext cx="8239761" cy="224676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b="1">
                <a:latin typeface="Verdana" panose="020B0604030504040204" pitchFamily="34" charset="0"/>
                <a:ea typeface="Verdana" panose="020B0604030504040204" pitchFamily="34" charset="0"/>
              </a:rPr>
              <a:t>Objective: </a:t>
            </a: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Build a unified device to measure RWA microvibration, imbalance, and torque</a:t>
            </a:r>
            <a:endParaRPr lang="en-GB" sz="2000" b="1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b="1">
                <a:latin typeface="Verdana" panose="020B0604030504040204" pitchFamily="34" charset="0"/>
                <a:ea typeface="Verdana" panose="020B0604030504040204" pitchFamily="34" charset="0"/>
              </a:rPr>
              <a:t>Industry standard: </a:t>
            </a: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Kistler dynamometers – cost upwards of $100,000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GB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000" b="1">
                <a:latin typeface="Verdana" panose="020B0604030504040204" pitchFamily="34" charset="0"/>
                <a:ea typeface="Verdana" panose="020B0604030504040204" pitchFamily="34" charset="0"/>
              </a:rPr>
              <a:t>Our goal:</a:t>
            </a: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 Replicate the function at a fraction of the cost.</a:t>
            </a:r>
          </a:p>
        </p:txBody>
      </p:sp>
    </p:spTree>
    <p:extLst>
      <p:ext uri="{BB962C8B-B14F-4D97-AF65-F5344CB8AC3E}">
        <p14:creationId xmlns:p14="http://schemas.microsoft.com/office/powerpoint/2010/main" val="384444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399AE-3D39-8AAC-387F-CDEA891D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7733E1-1C19-4FE6-289B-5FB21E21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Microvibration Measurement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D5725-4AEC-5342-4E90-68F1D3D85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400040-21D4-CD71-1712-955333B4FDBD}"/>
              </a:ext>
            </a:extLst>
          </p:cNvPr>
          <p:cNvSpPr txBox="1"/>
          <p:nvPr/>
        </p:nvSpPr>
        <p:spPr>
          <a:xfrm>
            <a:off x="660401" y="1738247"/>
            <a:ext cx="8027984" cy="707886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NZ" sz="2000" b="1">
                <a:latin typeface="Verdana" panose="020B0604030504040204" pitchFamily="34" charset="0"/>
                <a:ea typeface="Verdana" panose="020B0604030504040204" pitchFamily="34" charset="0"/>
              </a:rPr>
              <a:t>Microvibrations:</a:t>
            </a: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Tiny oscillating forces caused by imperfections in the RWA during spin</a:t>
            </a:r>
            <a:endParaRPr lang="en-NZ" sz="20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9FE40C3-9A93-440F-640E-1C6DAD434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679539"/>
              </p:ext>
            </p:extLst>
          </p:nvPr>
        </p:nvGraphicFramePr>
        <p:xfrm>
          <a:off x="316771" y="4088757"/>
          <a:ext cx="8510456" cy="1374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835">
                  <a:extLst>
                    <a:ext uri="{9D8B030D-6E8A-4147-A177-3AD203B41FA5}">
                      <a16:colId xmlns:a16="http://schemas.microsoft.com/office/drawing/2014/main" val="2059345362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767">
                  <a:extLst>
                    <a:ext uri="{9D8B030D-6E8A-4147-A177-3AD203B41FA5}">
                      <a16:colId xmlns:a16="http://schemas.microsoft.com/office/drawing/2014/main" val="2339113057"/>
                    </a:ext>
                  </a:extLst>
                </a:gridCol>
              </a:tblGrid>
              <a:tr h="264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Measurement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Method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Sensor(s)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Z" sz="1400" b="1">
                          <a:solidFill>
                            <a:srgbClr val="FFFFF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Realistic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Target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9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Microvibration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FFT of all six force and moment components </a:t>
                      </a:r>
                      <a:b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</a:t>
                      </a:r>
                      <a:r>
                        <a:rPr lang="en-NZ" sz="1400" baseline="-250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</a:t>
                      </a: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F</a:t>
                      </a:r>
                      <a:r>
                        <a:rPr lang="en-NZ" sz="1400" baseline="-250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</a:t>
                      </a: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F</a:t>
                      </a:r>
                      <a:r>
                        <a:rPr lang="en-NZ" sz="1400" baseline="-250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</a:t>
                      </a: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M</a:t>
                      </a:r>
                      <a:r>
                        <a:rPr lang="en-NZ" sz="1400" baseline="-250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</a:t>
                      </a: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M</a:t>
                      </a:r>
                      <a:r>
                        <a:rPr lang="en-NZ" sz="1400" baseline="-250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</a:t>
                      </a: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M</a:t>
                      </a:r>
                      <a:r>
                        <a:rPr lang="en-NZ" sz="1400" baseline="-250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z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6 Force sensors</a:t>
                      </a:r>
                      <a:b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</a:br>
                      <a:endParaRPr lang="en-NZ" sz="1400" baseline="-250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33333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Resolution of 10 to 50 mN (millinewtons)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11B28C03-4A9E-EE0C-498F-C392A9673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278" y="2679977"/>
            <a:ext cx="1771442" cy="117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15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3B4A-7217-AA13-3C34-AF601D63D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3194DF-BCCB-B1ED-F7D8-782B4D143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Torque Measurement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15349-A4DA-DD5E-D3AD-33AD758D42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E930EF-4047-C759-8937-226A04D5D01A}"/>
              </a:ext>
            </a:extLst>
          </p:cNvPr>
          <p:cNvSpPr txBox="1"/>
          <p:nvPr/>
        </p:nvSpPr>
        <p:spPr>
          <a:xfrm>
            <a:off x="660400" y="1738247"/>
            <a:ext cx="8027985" cy="707886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NZ" sz="2000" b="1">
                <a:latin typeface="Verdana" panose="020B0604030504040204" pitchFamily="34" charset="0"/>
                <a:ea typeface="Verdana" panose="020B0604030504040204" pitchFamily="34" charset="0"/>
              </a:rPr>
              <a:t>Torque:</a:t>
            </a: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 The</a:t>
            </a: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 reaction torque delivered about the wheel's spin axis</a:t>
            </a:r>
            <a:endParaRPr lang="en-NZ" sz="20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6B4F2A1-6894-AD09-F1A8-B1E55E8B1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841794"/>
              </p:ext>
            </p:extLst>
          </p:nvPr>
        </p:nvGraphicFramePr>
        <p:xfrm>
          <a:off x="316771" y="3868641"/>
          <a:ext cx="8510456" cy="1086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835">
                  <a:extLst>
                    <a:ext uri="{9D8B030D-6E8A-4147-A177-3AD203B41FA5}">
                      <a16:colId xmlns:a16="http://schemas.microsoft.com/office/drawing/2014/main" val="2059345362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767">
                  <a:extLst>
                    <a:ext uri="{9D8B030D-6E8A-4147-A177-3AD203B41FA5}">
                      <a16:colId xmlns:a16="http://schemas.microsoft.com/office/drawing/2014/main" val="2339113057"/>
                    </a:ext>
                  </a:extLst>
                </a:gridCol>
              </a:tblGrid>
              <a:tr h="264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Measurement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Method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Sensor(s)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Z" sz="1400" b="1">
                          <a:solidFill>
                            <a:srgbClr val="FFFFF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Realistic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Target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Torque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Differential F</a:t>
                      </a:r>
                      <a:r>
                        <a:rPr lang="en-NZ" sz="1400" baseline="-250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x</a:t>
                      </a: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reading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Two x-axis force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Z" sz="1400" b="0">
                          <a:solidFill>
                            <a:srgbClr val="333333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Moment increments of 1 to 5 mN∙m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2674926-0BA0-A123-20C9-C0C390065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64"/>
          <a:stretch>
            <a:fillRect/>
          </a:stretch>
        </p:blipFill>
        <p:spPr>
          <a:xfrm>
            <a:off x="3969966" y="2440397"/>
            <a:ext cx="1204065" cy="109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CEAB-5C1F-BC71-4429-A4F31B6F0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E024B0-A18F-AE73-8DC4-09EF4F52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Imbalance Measurement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42E6E-A995-B1B1-BC41-6DE06CFF37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C920D-3079-020B-6EDE-FC65B0F4029C}"/>
              </a:ext>
            </a:extLst>
          </p:cNvPr>
          <p:cNvSpPr txBox="1"/>
          <p:nvPr/>
        </p:nvSpPr>
        <p:spPr>
          <a:xfrm>
            <a:off x="660400" y="1631797"/>
            <a:ext cx="4144115" cy="2246769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NZ" sz="2000" b="1">
                <a:latin typeface="Verdana" panose="020B0604030504040204" pitchFamily="34" charset="0"/>
                <a:ea typeface="Verdana" panose="020B0604030504040204" pitchFamily="34" charset="0"/>
              </a:rPr>
              <a:t>Static Imbalance:</a:t>
            </a:r>
          </a:p>
          <a:p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mass offset from the centre of rotation</a:t>
            </a:r>
          </a:p>
          <a:p>
            <a:endParaRPr lang="en-GB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NZ" sz="2000" b="1">
                <a:latin typeface="Verdana" panose="020B0604030504040204" pitchFamily="34" charset="0"/>
                <a:ea typeface="Verdana" panose="020B0604030504040204" pitchFamily="34" charset="0"/>
              </a:rPr>
              <a:t>Dynamic Imbalance:</a:t>
            </a: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axis of rotation misaligned from the principal axis of inertia</a:t>
            </a:r>
            <a:endParaRPr lang="en-NZ" sz="20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10" descr="Disturbance model of (a) static imbalance and (b) dynamic imbalance. |  Download Scientific Diagram">
            <a:extLst>
              <a:ext uri="{FF2B5EF4-FFF2-40B4-BE49-F238E27FC236}">
                <a16:creationId xmlns:a16="http://schemas.microsoft.com/office/drawing/2014/main" id="{675E6D65-215A-D213-7573-5A7EF0D21C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0" t="5088" r="7911" b="3809"/>
          <a:stretch>
            <a:fillRect/>
          </a:stretch>
        </p:blipFill>
        <p:spPr>
          <a:xfrm>
            <a:off x="4902095" y="1909696"/>
            <a:ext cx="4241905" cy="169097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1B7DF4-8E18-B123-5E5F-91346AFDA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740835"/>
              </p:ext>
            </p:extLst>
          </p:nvPr>
        </p:nvGraphicFramePr>
        <p:xfrm>
          <a:off x="419164" y="4016369"/>
          <a:ext cx="8510456" cy="2342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835">
                  <a:extLst>
                    <a:ext uri="{9D8B030D-6E8A-4147-A177-3AD203B41FA5}">
                      <a16:colId xmlns:a16="http://schemas.microsoft.com/office/drawing/2014/main" val="2059345362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767">
                  <a:extLst>
                    <a:ext uri="{9D8B030D-6E8A-4147-A177-3AD203B41FA5}">
                      <a16:colId xmlns:a16="http://schemas.microsoft.com/office/drawing/2014/main" val="23391130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Measurement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Method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Sensor(s)</a:t>
                      </a:r>
                      <a:endParaRPr lang="en-NZ" sz="14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NZ" sz="1400" b="1">
                          <a:solidFill>
                            <a:srgbClr val="FFFFF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Realistic </a:t>
                      </a:r>
                      <a:r>
                        <a:rPr sz="1400" b="1">
                          <a:solidFill>
                            <a:srgbClr val="FFFFF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Target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Static imbalance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Centrifugal force at spin frequency 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Force Sensors + Tachometer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Z" sz="1400" b="0">
                          <a:solidFill>
                            <a:srgbClr val="333333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Resolution of 20 to 50 g∙mm</a:t>
                      </a:r>
                      <a:endParaRPr sz="1400" b="0">
                        <a:solidFill>
                          <a:srgbClr val="333333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57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Dynamic imbalance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Requires two measurement planes – future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Z" sz="14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Z" sz="1400" b="0">
                          <a:solidFill>
                            <a:srgbClr val="333333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Resolution of 100 to 250</a:t>
                      </a:r>
                      <a:r>
                        <a:rPr sz="1400" b="0">
                          <a:solidFill>
                            <a:srgbClr val="333333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g·mm²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56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907A7-FEBA-12F6-D7CF-62A2B1F8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49B940-A523-4F49-99C1-215AB351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Decoupling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DEEB7-7622-4653-47CE-B96E6C2B95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D7191A-02F9-B87E-A259-02565634C820}"/>
              </a:ext>
            </a:extLst>
          </p:cNvPr>
          <p:cNvSpPr txBox="1"/>
          <p:nvPr/>
        </p:nvSpPr>
        <p:spPr>
          <a:xfrm>
            <a:off x="660399" y="1738247"/>
            <a:ext cx="4956168" cy="4298613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571500" indent="-5715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NZ" sz="2000" b="1">
                <a:latin typeface="Verdana" panose="020B0604030504040204" pitchFamily="34" charset="0"/>
                <a:ea typeface="Verdana" panose="020B0604030504040204" pitchFamily="34" charset="0"/>
              </a:rPr>
              <a:t>Constraint:</a:t>
            </a: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 Each sensor can only respond to forces along its own axis</a:t>
            </a:r>
          </a:p>
          <a:p>
            <a:pPr marL="571500" indent="-5715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Calibri"/>
              </a:defRPr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NZ" sz="2000" b="1">
                <a:latin typeface="Verdana" panose="020B0604030504040204" pitchFamily="34" charset="0"/>
                <a:ea typeface="Verdana" panose="020B0604030504040204" pitchFamily="34" charset="0"/>
              </a:rPr>
              <a:t>The issue: </a:t>
            </a:r>
            <a:r>
              <a:rPr lang="en-GB" sz="2000">
                <a:latin typeface="Verdana" panose="020B0604030504040204" pitchFamily="34" charset="0"/>
                <a:ea typeface="Verdana" panose="020B0604030504040204" pitchFamily="34" charset="0"/>
              </a:rPr>
              <a:t>Off-axis force escapes through the rigid structure instead of reaching its sensor, causing under-reporting</a:t>
            </a:r>
          </a:p>
          <a:p>
            <a:pPr marL="571500" indent="-5715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Calibri"/>
              </a:defRPr>
            </a:pPr>
            <a:endParaRPr lang="en-NZ" sz="200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0" indent="-57150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NZ" sz="2000" b="1">
                <a:latin typeface="Verdana" panose="020B0604030504040204" pitchFamily="34" charset="0"/>
                <a:ea typeface="Verdana" panose="020B0604030504040204" pitchFamily="34" charset="0"/>
              </a:rPr>
              <a:t>The solution:</a:t>
            </a:r>
            <a:r>
              <a:rPr lang="en-NZ" sz="2000">
                <a:latin typeface="Verdana" panose="020B0604030504040204" pitchFamily="34" charset="0"/>
                <a:ea typeface="Verdana" panose="020B0604030504040204" pitchFamily="34" charset="0"/>
              </a:rPr>
              <a:t> A load path that decouples each axis from the others</a:t>
            </a:r>
            <a:endParaRPr lang="en-NZ" sz="2000" b="1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F9BE9-AE5F-65B8-6F09-34DAEB380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567" y="2571750"/>
            <a:ext cx="3071818" cy="284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8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D62C-F7E1-2A8C-EE8C-2A79A28C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03B41C-46AA-7932-B504-5105F46F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8" t="28243" r="3669" b="17991"/>
          <a:stretch>
            <a:fillRect/>
          </a:stretch>
        </p:blipFill>
        <p:spPr>
          <a:xfrm>
            <a:off x="735325" y="4606092"/>
            <a:ext cx="2912291" cy="1503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D74A36-6DC0-67DA-07DB-9F834F9ED9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42" t="13186" r="11425" b="14069"/>
          <a:stretch>
            <a:fillRect/>
          </a:stretch>
        </p:blipFill>
        <p:spPr>
          <a:xfrm rot="5400000">
            <a:off x="653709" y="1744938"/>
            <a:ext cx="2850539" cy="283715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79D374F-B1FD-8D25-13BB-186073E2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23" y="1013313"/>
            <a:ext cx="8999583" cy="724934"/>
          </a:xfrm>
        </p:spPr>
        <p:txBody>
          <a:bodyPr/>
          <a:lstStyle/>
          <a:p>
            <a:r>
              <a:rPr lang="en-US" sz="3200"/>
              <a:t>Proposed Stinger Decoupling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3966D-B9E5-FAE1-83BE-D7D817E05D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6D37C-B6E7-6662-D800-1E74F2AAE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4518" y="1849282"/>
            <a:ext cx="3972832" cy="29184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382DDF7-B6E9-E031-F188-7BACCA666989}"/>
              </a:ext>
            </a:extLst>
          </p:cNvPr>
          <p:cNvSpPr txBox="1"/>
          <p:nvPr/>
        </p:nvSpPr>
        <p:spPr>
          <a:xfrm>
            <a:off x="4204518" y="4710595"/>
            <a:ext cx="4717413" cy="1754326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6 stingers + 6 force transducers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Mounting plate for RWA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Heavy base to reduce background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Support brackets for radial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Clean single load path for each force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Resonant frequency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88914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0451-01A2-F8DA-D2E1-AF9D90563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3EC0DA6-1448-FAB2-E273-63AE31267B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955" b="53758"/>
          <a:stretch>
            <a:fillRect/>
          </a:stretch>
        </p:blipFill>
        <p:spPr>
          <a:xfrm>
            <a:off x="906292" y="2025492"/>
            <a:ext cx="4304009" cy="10981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D89A7C-6284-7F0F-CEEF-3F2AB4A3F9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03"/>
          <a:stretch>
            <a:fillRect/>
          </a:stretch>
        </p:blipFill>
        <p:spPr>
          <a:xfrm>
            <a:off x="5758290" y="2137826"/>
            <a:ext cx="3115225" cy="370257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60E96E-18BE-ACB4-DDCE-F892FD7E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1013313"/>
            <a:ext cx="8027985" cy="724934"/>
          </a:xfrm>
        </p:spPr>
        <p:txBody>
          <a:bodyPr/>
          <a:lstStyle/>
          <a:p>
            <a:r>
              <a:rPr lang="en-US" sz="3600"/>
              <a:t>Stinger Design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3A72D-45F5-1BFC-7787-894F6A835B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44233"/>
              </p:ext>
            </p:extLst>
          </p:nvPr>
        </p:nvGraphicFramePr>
        <p:xfrm>
          <a:off x="453831" y="3989112"/>
          <a:ext cx="5058107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7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en-NZ" sz="1300" b="1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NZ"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1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NZ"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1">
                          <a:solidFill>
                            <a:srgbClr val="FFFFFF"/>
                          </a:solidFill>
                        </a:rPr>
                        <a:t>Axial</a:t>
                      </a:r>
                      <a:endParaRPr lang="en-NZ"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1">
                          <a:solidFill>
                            <a:srgbClr val="FFFFFF"/>
                          </a:solidFill>
                        </a:rPr>
                        <a:t>Radial</a:t>
                      </a:r>
                      <a:endParaRPr lang="en-NZ" sz="13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en-NZ" sz="1300" b="0" err="1">
                          <a:solidFill>
                            <a:srgbClr val="333333"/>
                          </a:solidFill>
                        </a:rPr>
                        <a:t>f</a:t>
                      </a:r>
                      <a:r>
                        <a:rPr lang="en-NZ" sz="1300" b="0" baseline="-25000" err="1">
                          <a:solidFill>
                            <a:srgbClr val="333333"/>
                          </a:solidFill>
                        </a:rPr>
                        <a:t>n</a:t>
                      </a:r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 [Hz]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&gt; 500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892.1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515.0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k</a:t>
                      </a:r>
                      <a:r>
                        <a:rPr lang="en-NZ" sz="1300" b="0" baseline="-25000">
                          <a:solidFill>
                            <a:srgbClr val="333333"/>
                          </a:solidFill>
                        </a:rPr>
                        <a:t>ax</a:t>
                      </a:r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/</a:t>
                      </a:r>
                      <a:r>
                        <a:rPr lang="en-NZ" sz="1300" b="0" err="1">
                          <a:solidFill>
                            <a:srgbClr val="333333"/>
                          </a:solidFill>
                        </a:rPr>
                        <a:t>k</a:t>
                      </a:r>
                      <a:r>
                        <a:rPr lang="en-NZ" sz="1300" b="0" baseline="-25000" err="1">
                          <a:solidFill>
                            <a:srgbClr val="333333"/>
                          </a:solidFill>
                        </a:rPr>
                        <a:t>lat</a:t>
                      </a:r>
                      <a:endParaRPr lang="en-NZ" sz="1300" b="0" baseline="-2500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&gt; 3000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3333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3333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en-NZ" sz="1300" b="0" err="1">
                          <a:solidFill>
                            <a:srgbClr val="333333"/>
                          </a:solidFill>
                        </a:rPr>
                        <a:t>SF</a:t>
                      </a:r>
                      <a:r>
                        <a:rPr lang="en-NZ" sz="1300" b="0" baseline="-25000" err="1">
                          <a:solidFill>
                            <a:srgbClr val="333333"/>
                          </a:solidFill>
                        </a:rPr>
                        <a:t>buckle</a:t>
                      </a:r>
                      <a:endParaRPr lang="en-NZ" sz="1300" b="0" baseline="-2500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&gt; 5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100.9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241.7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/>
                      <a:r>
                        <a:rPr lang="en-NZ" sz="1300" b="0" err="1">
                          <a:solidFill>
                            <a:srgbClr val="333333"/>
                          </a:solidFill>
                        </a:rPr>
                        <a:t>SF</a:t>
                      </a:r>
                      <a:r>
                        <a:rPr lang="en-NZ" sz="1300" b="0" baseline="-25000" err="1">
                          <a:solidFill>
                            <a:srgbClr val="333333"/>
                          </a:solidFill>
                        </a:rPr>
                        <a:t>yield</a:t>
                      </a:r>
                      <a:endParaRPr lang="en-NZ" sz="1300" b="0" baseline="-2500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&gt; 3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6.4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Z" sz="1300" b="0">
                          <a:solidFill>
                            <a:srgbClr val="333333"/>
                          </a:solidFill>
                        </a:rPr>
                        <a:t>4671.6 ✓</a:t>
                      </a:r>
                      <a:endParaRPr lang="en-NZ" sz="13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9D605E-9B53-1072-686D-BFAD7D29315E}"/>
              </a:ext>
            </a:extLst>
          </p:cNvPr>
          <p:cNvCxnSpPr>
            <a:cxnSpLocks/>
          </p:cNvCxnSpPr>
          <p:nvPr/>
        </p:nvCxnSpPr>
        <p:spPr>
          <a:xfrm>
            <a:off x="1368445" y="2820625"/>
            <a:ext cx="289657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310A642-124B-B210-E453-A168B1C43589}"/>
              </a:ext>
            </a:extLst>
          </p:cNvPr>
          <p:cNvSpPr txBox="1"/>
          <p:nvPr/>
        </p:nvSpPr>
        <p:spPr>
          <a:xfrm>
            <a:off x="2631412" y="2833606"/>
            <a:ext cx="307729" cy="319162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400" b="1">
                <a:latin typeface="Aptos" panose="020B0004020202020204" pitchFamily="34" charset="0"/>
              </a:rPr>
              <a:t>L</a:t>
            </a:r>
            <a:endParaRPr lang="en-NZ" sz="1400" b="1">
              <a:latin typeface="Aptos" panose="020B0004020202020204" pitchFamily="34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8ACBDAC-ECE0-13CC-34DB-D896656E3CE7}"/>
              </a:ext>
            </a:extLst>
          </p:cNvPr>
          <p:cNvCxnSpPr>
            <a:cxnSpLocks/>
          </p:cNvCxnSpPr>
          <p:nvPr/>
        </p:nvCxnSpPr>
        <p:spPr>
          <a:xfrm>
            <a:off x="773200" y="2430110"/>
            <a:ext cx="0" cy="2020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EB0A702-B053-A390-F0D3-C08DFABD74C4}"/>
              </a:ext>
            </a:extLst>
          </p:cNvPr>
          <p:cNvSpPr txBox="1"/>
          <p:nvPr/>
        </p:nvSpPr>
        <p:spPr>
          <a:xfrm>
            <a:off x="386795" y="2361861"/>
            <a:ext cx="302133" cy="33855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600" b="1">
                <a:latin typeface="Aptos" panose="020B0004020202020204" pitchFamily="34" charset="0"/>
              </a:rPr>
              <a:t>D</a:t>
            </a:r>
            <a:endParaRPr lang="en-NZ" sz="1600" b="1"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75D272-67CD-982E-4D35-B7337ABC0D9E}"/>
              </a:ext>
            </a:extLst>
          </p:cNvPr>
          <p:cNvSpPr txBox="1"/>
          <p:nvPr/>
        </p:nvSpPr>
        <p:spPr>
          <a:xfrm>
            <a:off x="537861" y="3598761"/>
            <a:ext cx="6381204" cy="338554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1600">
                <a:latin typeface="Verdana" panose="020B0604030504040204" pitchFamily="34" charset="0"/>
                <a:ea typeface="Verdana" panose="020B0604030504040204" pitchFamily="34" charset="0"/>
              </a:rPr>
              <a:t>Example analysis: D = 2mm, L = 50mm</a:t>
            </a:r>
            <a:endParaRPr lang="en-NZ" sz="160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49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8679" y="1012552"/>
            <a:ext cx="4675172" cy="715513"/>
          </a:xfrm>
        </p:spPr>
        <p:txBody>
          <a:bodyPr/>
          <a:lstStyle/>
          <a:p>
            <a:r>
              <a:rPr lang="en-US" sz="2800"/>
              <a:t>FEA Modal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964927"/>
              </p:ext>
            </p:extLst>
          </p:nvPr>
        </p:nvGraphicFramePr>
        <p:xfrm>
          <a:off x="688679" y="1712238"/>
          <a:ext cx="3524003" cy="2902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9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467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Freq [Hz]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73">
                <a:tc>
                  <a:txBody>
                    <a:bodyPr/>
                    <a:lstStyle/>
                    <a:p>
                      <a:pPr algn="ctr"/>
                      <a:r>
                        <a:rPr lang="en-NZ" sz="1200" b="0">
                          <a:solidFill>
                            <a:srgbClr val="3333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Lateral translation – X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334.5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73">
                <a:tc>
                  <a:txBody>
                    <a:bodyPr/>
                    <a:lstStyle/>
                    <a:p>
                      <a:pPr algn="ctr"/>
                      <a:r>
                        <a:rPr lang="en-NZ" sz="120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Lateral translation – Y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396.8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73">
                <a:tc>
                  <a:txBody>
                    <a:bodyPr/>
                    <a:lstStyle/>
                    <a:p>
                      <a:pPr algn="ctr"/>
                      <a:r>
                        <a:rPr lang="en-NZ" sz="1200" b="0">
                          <a:solidFill>
                            <a:srgbClr val="3333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Torsion about Z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696.4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73">
                <a:tc>
                  <a:txBody>
                    <a:bodyPr/>
                    <a:lstStyle/>
                    <a:p>
                      <a:pPr algn="ctr"/>
                      <a:r>
                        <a:rPr lang="en-NZ" sz="1200" b="0">
                          <a:solidFill>
                            <a:srgbClr val="3333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Axial bounce – Z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892.7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673">
                <a:tc>
                  <a:txBody>
                    <a:bodyPr/>
                    <a:lstStyle/>
                    <a:p>
                      <a:pPr algn="ctr"/>
                      <a:r>
                        <a:rPr lang="en-NZ" sz="1200" b="0">
                          <a:solidFill>
                            <a:srgbClr val="3333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Rocking about X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965.7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680">
                <a:tc>
                  <a:txBody>
                    <a:bodyPr/>
                    <a:lstStyle/>
                    <a:p>
                      <a:pPr algn="ctr"/>
                      <a:r>
                        <a:rPr lang="en-NZ" sz="1200" b="0">
                          <a:solidFill>
                            <a:srgbClr val="3333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Rocking about Y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998.8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A3923B3-91DB-C042-BDD7-7AD328DFF5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06" r="25493"/>
          <a:stretch>
            <a:fillRect/>
          </a:stretch>
        </p:blipFill>
        <p:spPr>
          <a:xfrm>
            <a:off x="4024204" y="2952205"/>
            <a:ext cx="5291053" cy="4132599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D74ED4FC-DB04-C232-D5C6-8D4AB6B57C5D}"/>
              </a:ext>
            </a:extLst>
          </p:cNvPr>
          <p:cNvSpPr txBox="1">
            <a:spLocks/>
          </p:cNvSpPr>
          <p:nvPr/>
        </p:nvSpPr>
        <p:spPr>
          <a:xfrm>
            <a:off x="606491" y="5129936"/>
            <a:ext cx="3688377" cy="1152475"/>
          </a:xfrm>
          <a:prstGeom prst="rect">
            <a:avLst/>
          </a:prstGeom>
        </p:spPr>
        <p:txBody>
          <a:bodyPr vert="horz"/>
          <a:lstStyle>
            <a:lvl1pPr algn="l" defTabSz="457200" rtl="0" eaLnBrk="1" latinLnBrk="0" hangingPunct="1">
              <a:spcBef>
                <a:spcPct val="0"/>
              </a:spcBef>
              <a:buNone/>
              <a:defRPr sz="3600" b="1" i="0" kern="1200">
                <a:solidFill>
                  <a:srgbClr val="009AC7"/>
                </a:solidFill>
                <a:latin typeface="Verdana"/>
                <a:ea typeface="+mj-ea"/>
                <a:cs typeface="Verdana"/>
              </a:defRPr>
            </a:lvl1pPr>
          </a:lstStyle>
          <a:p>
            <a:pPr algn="ctr"/>
            <a:r>
              <a:rPr lang="en-US" sz="1600" b="0">
                <a:solidFill>
                  <a:schemeClr val="tx1"/>
                </a:solidFill>
              </a:rPr>
              <a:t>FEA Modal Analysis – mode 1 deformation</a:t>
            </a:r>
            <a:br>
              <a:rPr lang="en-US" sz="1600" b="0">
                <a:solidFill>
                  <a:schemeClr val="tx1"/>
                </a:solidFill>
              </a:rPr>
            </a:b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D = 2mm	L = 50mm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EBFBFF-42C5-6FAD-3FB6-1FC7DE46D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260" y="1096869"/>
            <a:ext cx="1901483" cy="233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5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10B243-17A5-EB62-F904-04E3EAE3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7E01789-B044-D836-38F7-EF389C013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720" y="1319144"/>
            <a:ext cx="2669151" cy="266915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00067F6-35C1-5176-C495-14BE77C5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5" y="1045241"/>
            <a:ext cx="4916689" cy="593059"/>
          </a:xfrm>
        </p:spPr>
        <p:txBody>
          <a:bodyPr/>
          <a:lstStyle/>
          <a:p>
            <a:pPr lvl="0"/>
            <a:r>
              <a:rPr lang="en-US" sz="2800"/>
              <a:t>Sensors</a:t>
            </a:r>
            <a:endParaRPr lang="en-NZ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9FF06-7669-70E9-A27C-C14085D5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045767"/>
              </p:ext>
            </p:extLst>
          </p:nvPr>
        </p:nvGraphicFramePr>
        <p:xfrm>
          <a:off x="677865" y="1740592"/>
          <a:ext cx="5084696" cy="4147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301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Sensor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3341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S-beam strain gauge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NZ" sz="2000" b="0">
                          <a:solidFill>
                            <a:srgbClr val="333333"/>
                          </a:solidFill>
                          <a:latin typeface="Calibri"/>
                        </a:rPr>
                        <a:t>High-</a:t>
                      </a:r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precision</a:t>
                      </a:r>
                      <a:r>
                        <a:rPr lang="en-NZ" sz="2000" b="0">
                          <a:solidFill>
                            <a:srgbClr val="333333"/>
                          </a:solidFill>
                          <a:latin typeface="Calibri"/>
                        </a:rPr>
                        <a:t> static/low-frequency load</a:t>
                      </a:r>
                      <a:endParaRPr sz="20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0588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PCB 208C01</a:t>
                      </a: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Calibri"/>
                        </a:rPr>
                        <a:t>High-frequency microvibration bandwidth</a:t>
                      </a: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7F8B184-D4BC-47AD-C683-F152CAE2B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461" y="3634976"/>
            <a:ext cx="2487674" cy="285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7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58368" y="1014984"/>
            <a:ext cx="7863840" cy="722376"/>
          </a:xfrm>
        </p:spPr>
        <p:txBody>
          <a:bodyPr/>
          <a:lstStyle/>
          <a:p>
            <a:r>
              <a:rPr lang="en-US" sz="2800"/>
              <a:t>Next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18B9C4F-B695-C54C-924B-61748EE6A7C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949958" y="253746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5326" y="304038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en-NZ"/>
              <a:t>Detailed</a:t>
            </a:r>
          </a:p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en-NZ"/>
              <a:t>design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36925" y="3552444"/>
            <a:ext cx="242316" cy="164592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563874" y="253746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9242" y="304038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en-US"/>
              <a:t>DAQ  System</a:t>
            </a:r>
            <a:endParaRPr lang="en-NZ"/>
          </a:p>
        </p:txBody>
      </p:sp>
      <p:sp>
        <p:nvSpPr>
          <p:cNvPr id="11" name="Right Arrow 10"/>
          <p:cNvSpPr/>
          <p:nvPr/>
        </p:nvSpPr>
        <p:spPr>
          <a:xfrm>
            <a:off x="4450842" y="3552444"/>
            <a:ext cx="242316" cy="164592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177790" y="253746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3158" y="304038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en-NZ"/>
              <a:t>Fabrication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64758" y="3552444"/>
            <a:ext cx="242316" cy="164592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791706" y="2537460"/>
            <a:ext cx="402336" cy="402336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7074" y="3040380"/>
            <a:ext cx="1371600" cy="118872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en-NZ"/>
              <a:t>Experimental</a:t>
            </a:r>
          </a:p>
          <a:p>
            <a:pPr algn="ctr">
              <a:defRPr sz="1300" b="1">
                <a:solidFill>
                  <a:srgbClr val="4472C4"/>
                </a:solidFill>
                <a:latin typeface="Calibri"/>
              </a:defRPr>
            </a:pPr>
            <a:r>
              <a:rPr lang="en-NZ"/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029200"/>
            <a:ext cx="7827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ED7D31"/>
                </a:solidFill>
                <a:latin typeface="Calibri"/>
              </a:defRPr>
            </a:pPr>
            <a:r>
              <a:rPr sz="2000"/>
              <a:t>Target: working proof of concept by </a:t>
            </a:r>
            <a:r>
              <a:rPr lang="en-US" sz="2000"/>
              <a:t>late September</a:t>
            </a:r>
            <a:r>
              <a:rPr sz="20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597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23795C-42A7-ED40-66C5-2952EF521F25}"/>
              </a:ext>
            </a:extLst>
          </p:cNvPr>
          <p:cNvSpPr txBox="1"/>
          <p:nvPr/>
        </p:nvSpPr>
        <p:spPr>
          <a:xfrm rot="21600000">
            <a:off x="2243478" y="3105834"/>
            <a:ext cx="4657044" cy="646331"/>
          </a:xfrm>
          <a:prstGeom prst="rect">
            <a:avLst/>
          </a:prstGeom>
        </p:spPr>
        <p:txBody>
          <a:bodyPr vert="horz" wrap="square" rtlCol="0">
            <a:spAutoFit/>
          </a:bodyPr>
          <a:lstStyle/>
          <a:p>
            <a:r>
              <a:rPr lang="en-US" sz="3600"/>
              <a:t>THANKS FOR LISTENING</a:t>
            </a:r>
            <a:endParaRPr lang="en-NZ" sz="3600"/>
          </a:p>
        </p:txBody>
      </p:sp>
    </p:spTree>
    <p:extLst>
      <p:ext uri="{BB962C8B-B14F-4D97-AF65-F5344CB8AC3E}">
        <p14:creationId xmlns:p14="http://schemas.microsoft.com/office/powerpoint/2010/main" val="221510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/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986</Words>
  <Application>Microsoft Office PowerPoint</Application>
  <PresentationFormat>On-screen Show (4:3)</PresentationFormat>
  <Paragraphs>168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Verdana</vt:lpstr>
      <vt:lpstr>Custom Design</vt:lpstr>
      <vt:lpstr>Development of a Microvibration and Torque Measurement Device for Reaction Wheel Assemblies</vt:lpstr>
      <vt:lpstr>Problem Statement</vt:lpstr>
      <vt:lpstr>Objective &amp; Industry Solutions</vt:lpstr>
      <vt:lpstr>Microvibration Measurement</vt:lpstr>
      <vt:lpstr>Torque Measurement</vt:lpstr>
      <vt:lpstr>Imbalance Measurement</vt:lpstr>
      <vt:lpstr>Decoupling Problem</vt:lpstr>
      <vt:lpstr>Proposed Stinger Decoupling System</vt:lpstr>
      <vt:lpstr>Stinger Design Analysis</vt:lpstr>
      <vt:lpstr>FEA Modal Analysis</vt:lpstr>
      <vt:lpstr>Sensors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McGill</dc:creator>
  <cp:lastModifiedBy>Matthew McGill</cp:lastModifiedBy>
  <cp:revision>1</cp:revision>
  <dcterms:created xsi:type="dcterms:W3CDTF">2015-05-10T23:22:16Z</dcterms:created>
  <dcterms:modified xsi:type="dcterms:W3CDTF">2026-07-31T03:56:41Z</dcterms:modified>
</cp:coreProperties>
</file>